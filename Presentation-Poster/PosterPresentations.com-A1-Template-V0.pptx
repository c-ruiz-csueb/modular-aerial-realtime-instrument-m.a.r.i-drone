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57" r:id="rId3"/>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41" d="100"/>
          <a:sy n="41" d="100"/>
        </p:scale>
        <p:origin x="4240" y="304"/>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8/27/19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8/27/19</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014640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C74784A8-6F25-7449-9CCF-614BC1946BC7}"/>
              </a:ext>
            </a:extLst>
          </p:cNvPr>
          <p:cNvGraphicFramePr>
            <a:graphicFrameLocks noGrp="1"/>
          </p:cNvGraphicFramePr>
          <p:nvPr userDrawn="1">
            <p:extLst>
              <p:ext uri="{D42A27DB-BD31-4B8C-83A1-F6EECF244321}">
                <p14:modId xmlns:p14="http://schemas.microsoft.com/office/powerpoint/2010/main" val="1988771644"/>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70EF0DC5-0CE8-8B48-8495-AC770E4326B0}"/>
              </a:ext>
            </a:extLst>
          </p:cNvPr>
          <p:cNvGraphicFramePr>
            <a:graphicFrameLocks noGrp="1"/>
          </p:cNvGraphicFramePr>
          <p:nvPr userDrawn="1">
            <p:extLst>
              <p:ext uri="{D42A27DB-BD31-4B8C-83A1-F6EECF244321}">
                <p14:modId xmlns:p14="http://schemas.microsoft.com/office/powerpoint/2010/main" val="2914211395"/>
              </p:ext>
            </p:extLst>
          </p:nvPr>
        </p:nvGraphicFramePr>
        <p:xfrm>
          <a:off x="21937684" y="-142032"/>
          <a:ext cx="8060660" cy="30430131"/>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192134">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27945">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259477">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7854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44646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26677">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08827">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4713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130052">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3448820764"/>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3F0F9E90-FAA0-694D-A385-A29160674B09}"/>
              </a:ext>
            </a:extLst>
          </p:cNvPr>
          <p:cNvSpPr>
            <a:spLocks noGrp="1"/>
          </p:cNvSpPr>
          <p:nvPr>
            <p:ph type="body" sz="quarter" idx="10"/>
          </p:nvPr>
        </p:nvSpPr>
        <p:spPr/>
        <p:txBody>
          <a:bodyPr/>
          <a:lstStyle/>
          <a:p>
            <a:endParaRPr lang="en-US"/>
          </a:p>
        </p:txBody>
      </p:sp>
      <p:sp>
        <p:nvSpPr>
          <p:cNvPr id="29" name="Text Placeholder 28">
            <a:extLst>
              <a:ext uri="{FF2B5EF4-FFF2-40B4-BE49-F238E27FC236}">
                <a16:creationId xmlns:a16="http://schemas.microsoft.com/office/drawing/2014/main" id="{FCB797DF-A438-244B-B34C-CCF348A4370E}"/>
              </a:ext>
            </a:extLst>
          </p:cNvPr>
          <p:cNvSpPr>
            <a:spLocks noGrp="1"/>
          </p:cNvSpPr>
          <p:nvPr>
            <p:ph type="body" sz="quarter" idx="11"/>
          </p:nvPr>
        </p:nvSpPr>
        <p:spPr/>
        <p:txBody>
          <a:bodyPr/>
          <a:lstStyle/>
          <a:p>
            <a:endParaRPr lang="en-US"/>
          </a:p>
        </p:txBody>
      </p:sp>
      <p:sp>
        <p:nvSpPr>
          <p:cNvPr id="30" name="Text Placeholder 29">
            <a:extLst>
              <a:ext uri="{FF2B5EF4-FFF2-40B4-BE49-F238E27FC236}">
                <a16:creationId xmlns:a16="http://schemas.microsoft.com/office/drawing/2014/main" id="{F756C91F-A769-8746-9736-6A1E2B721D6B}"/>
              </a:ext>
            </a:extLst>
          </p:cNvPr>
          <p:cNvSpPr>
            <a:spLocks noGrp="1"/>
          </p:cNvSpPr>
          <p:nvPr>
            <p:ph type="body" sz="quarter" idx="20"/>
          </p:nvPr>
        </p:nvSpPr>
        <p:spPr/>
        <p:txBody>
          <a:bodyPr/>
          <a:lstStyle/>
          <a:p>
            <a:endParaRPr lang="en-US"/>
          </a:p>
        </p:txBody>
      </p:sp>
      <p:sp>
        <p:nvSpPr>
          <p:cNvPr id="31" name="Text Placeholder 30">
            <a:extLst>
              <a:ext uri="{FF2B5EF4-FFF2-40B4-BE49-F238E27FC236}">
                <a16:creationId xmlns:a16="http://schemas.microsoft.com/office/drawing/2014/main" id="{4D8E9A6E-E5FF-AB49-84AA-3A4E1523DDE0}"/>
              </a:ext>
            </a:extLst>
          </p:cNvPr>
          <p:cNvSpPr>
            <a:spLocks noGrp="1"/>
          </p:cNvSpPr>
          <p:nvPr>
            <p:ph type="body" sz="quarter" idx="25"/>
          </p:nvPr>
        </p:nvSpPr>
        <p:spPr/>
        <p:txBody>
          <a:bodyPr/>
          <a:lstStyle/>
          <a:p>
            <a:endParaRPr lang="en-US"/>
          </a:p>
        </p:txBody>
      </p:sp>
      <p:sp>
        <p:nvSpPr>
          <p:cNvPr id="32" name="Text Placeholder 31">
            <a:extLst>
              <a:ext uri="{FF2B5EF4-FFF2-40B4-BE49-F238E27FC236}">
                <a16:creationId xmlns:a16="http://schemas.microsoft.com/office/drawing/2014/main" id="{F1CD45E0-BFBD-6449-A27A-446292982C7D}"/>
              </a:ext>
            </a:extLst>
          </p:cNvPr>
          <p:cNvSpPr>
            <a:spLocks noGrp="1"/>
          </p:cNvSpPr>
          <p:nvPr>
            <p:ph type="body" sz="quarter" idx="26"/>
          </p:nvPr>
        </p:nvSpPr>
        <p:spPr/>
        <p:txBody>
          <a:bodyPr/>
          <a:lstStyle/>
          <a:p>
            <a:endParaRPr lang="en-US"/>
          </a:p>
        </p:txBody>
      </p:sp>
      <p:sp>
        <p:nvSpPr>
          <p:cNvPr id="33" name="Text Placeholder 32">
            <a:extLst>
              <a:ext uri="{FF2B5EF4-FFF2-40B4-BE49-F238E27FC236}">
                <a16:creationId xmlns:a16="http://schemas.microsoft.com/office/drawing/2014/main" id="{B987F76A-25E5-8F4D-A08D-EFFBEAFC4DDD}"/>
              </a:ext>
            </a:extLst>
          </p:cNvPr>
          <p:cNvSpPr>
            <a:spLocks noGrp="1"/>
          </p:cNvSpPr>
          <p:nvPr>
            <p:ph type="body" sz="quarter" idx="27"/>
          </p:nvPr>
        </p:nvSpPr>
        <p:spPr/>
        <p:txBody>
          <a:bodyPr/>
          <a:lstStyle/>
          <a:p>
            <a:endParaRPr lang="en-US"/>
          </a:p>
        </p:txBody>
      </p:sp>
      <p:sp>
        <p:nvSpPr>
          <p:cNvPr id="34" name="Text Placeholder 33">
            <a:extLst>
              <a:ext uri="{FF2B5EF4-FFF2-40B4-BE49-F238E27FC236}">
                <a16:creationId xmlns:a16="http://schemas.microsoft.com/office/drawing/2014/main" id="{7D41EBDE-1609-3448-80A4-1C45137E7020}"/>
              </a:ext>
            </a:extLst>
          </p:cNvPr>
          <p:cNvSpPr>
            <a:spLocks noGrp="1"/>
          </p:cNvSpPr>
          <p:nvPr>
            <p:ph type="body" sz="quarter" idx="28"/>
          </p:nvPr>
        </p:nvSpPr>
        <p:spPr/>
        <p:txBody>
          <a:bodyPr/>
          <a:lstStyle/>
          <a:p>
            <a:endParaRPr lang="en-US"/>
          </a:p>
        </p:txBody>
      </p:sp>
      <p:sp>
        <p:nvSpPr>
          <p:cNvPr id="35" name="Text Placeholder 34">
            <a:extLst>
              <a:ext uri="{FF2B5EF4-FFF2-40B4-BE49-F238E27FC236}">
                <a16:creationId xmlns:a16="http://schemas.microsoft.com/office/drawing/2014/main" id="{8DB05AB3-1F2A-F04C-AC72-20A73D4DAA6A}"/>
              </a:ext>
            </a:extLst>
          </p:cNvPr>
          <p:cNvSpPr>
            <a:spLocks noGrp="1"/>
          </p:cNvSpPr>
          <p:nvPr>
            <p:ph type="body" sz="quarter" idx="29"/>
          </p:nvPr>
        </p:nvSpPr>
        <p:spPr/>
        <p:txBody>
          <a:bodyPr/>
          <a:lstStyle/>
          <a:p>
            <a:endParaRPr lang="en-US"/>
          </a:p>
        </p:txBody>
      </p:sp>
      <p:sp>
        <p:nvSpPr>
          <p:cNvPr id="36" name="Text Placeholder 35">
            <a:extLst>
              <a:ext uri="{FF2B5EF4-FFF2-40B4-BE49-F238E27FC236}">
                <a16:creationId xmlns:a16="http://schemas.microsoft.com/office/drawing/2014/main" id="{948B5F22-2ED2-E847-9BF3-82D22809A2DC}"/>
              </a:ext>
            </a:extLst>
          </p:cNvPr>
          <p:cNvSpPr>
            <a:spLocks noGrp="1"/>
          </p:cNvSpPr>
          <p:nvPr>
            <p:ph type="body" sz="quarter" idx="30"/>
          </p:nvPr>
        </p:nvSpPr>
        <p:spPr/>
        <p:txBody>
          <a:bodyPr/>
          <a:lstStyle/>
          <a:p>
            <a:endParaRPr lang="en-US"/>
          </a:p>
        </p:txBody>
      </p:sp>
      <p:sp>
        <p:nvSpPr>
          <p:cNvPr id="37" name="Text Placeholder 36">
            <a:extLst>
              <a:ext uri="{FF2B5EF4-FFF2-40B4-BE49-F238E27FC236}">
                <a16:creationId xmlns:a16="http://schemas.microsoft.com/office/drawing/2014/main" id="{3B540C16-8ABD-8B40-A51F-D32095A92519}"/>
              </a:ext>
            </a:extLst>
          </p:cNvPr>
          <p:cNvSpPr>
            <a:spLocks noGrp="1"/>
          </p:cNvSpPr>
          <p:nvPr>
            <p:ph type="body" sz="quarter" idx="96"/>
          </p:nvPr>
        </p:nvSpPr>
        <p:spPr/>
        <p:txBody>
          <a:bodyPr/>
          <a:lstStyle/>
          <a:p>
            <a:endParaRPr lang="en-US"/>
          </a:p>
        </p:txBody>
      </p:sp>
      <p:sp>
        <p:nvSpPr>
          <p:cNvPr id="38" name="Text Placeholder 37">
            <a:extLst>
              <a:ext uri="{FF2B5EF4-FFF2-40B4-BE49-F238E27FC236}">
                <a16:creationId xmlns:a16="http://schemas.microsoft.com/office/drawing/2014/main" id="{0F56D88A-4B12-0F47-8D8A-2F1828CAE02A}"/>
              </a:ext>
            </a:extLst>
          </p:cNvPr>
          <p:cNvSpPr>
            <a:spLocks noGrp="1"/>
          </p:cNvSpPr>
          <p:nvPr>
            <p:ph type="body" sz="quarter" idx="150"/>
          </p:nvPr>
        </p:nvSpPr>
        <p:spPr/>
        <p:txBody>
          <a:bodyPr/>
          <a:lstStyle/>
          <a:p>
            <a:endParaRPr lang="en-US"/>
          </a:p>
        </p:txBody>
      </p:sp>
      <p:sp>
        <p:nvSpPr>
          <p:cNvPr id="39" name="Text Placeholder 38">
            <a:extLst>
              <a:ext uri="{FF2B5EF4-FFF2-40B4-BE49-F238E27FC236}">
                <a16:creationId xmlns:a16="http://schemas.microsoft.com/office/drawing/2014/main" id="{6F9BAE11-25C3-0846-BD60-EDC70290B378}"/>
              </a:ext>
            </a:extLst>
          </p:cNvPr>
          <p:cNvSpPr>
            <a:spLocks noGrp="1"/>
          </p:cNvSpPr>
          <p:nvPr>
            <p:ph type="body" sz="quarter" idx="151"/>
          </p:nvPr>
        </p:nvSpPr>
        <p:spPr/>
        <p:txBody>
          <a:bodyPr/>
          <a:lstStyle/>
          <a:p>
            <a:endParaRPr lang="en-US"/>
          </a:p>
        </p:txBody>
      </p:sp>
      <p:sp>
        <p:nvSpPr>
          <p:cNvPr id="40" name="Text Placeholder 39">
            <a:extLst>
              <a:ext uri="{FF2B5EF4-FFF2-40B4-BE49-F238E27FC236}">
                <a16:creationId xmlns:a16="http://schemas.microsoft.com/office/drawing/2014/main" id="{4E095D28-F987-E544-B047-DF5F82B6C3C9}"/>
              </a:ext>
            </a:extLst>
          </p:cNvPr>
          <p:cNvSpPr>
            <a:spLocks noGrp="1"/>
          </p:cNvSpPr>
          <p:nvPr>
            <p:ph type="body" sz="quarter" idx="153"/>
          </p:nvPr>
        </p:nvSpPr>
        <p:spPr/>
        <p:txBody>
          <a:bodyPr/>
          <a:lstStyle/>
          <a:p>
            <a:endParaRPr lang="en-US" dirty="0"/>
          </a:p>
        </p:txBody>
      </p:sp>
    </p:spTree>
    <p:extLst>
      <p:ext uri="{BB962C8B-B14F-4D97-AF65-F5344CB8AC3E}">
        <p14:creationId xmlns:p14="http://schemas.microsoft.com/office/powerpoint/2010/main" val="3742088974"/>
      </p:ext>
    </p:extLst>
  </p:cSld>
  <p:clrMapOvr>
    <a:masterClrMapping/>
  </p:clrMapOvr>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1382</TotalTime>
  <Words>1</Words>
  <Application>Microsoft Macintosh PowerPoint</Application>
  <PresentationFormat>Custom</PresentationFormat>
  <Paragraphs>1</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A1 Template</vt:lpstr>
      <vt:lpstr>Without Guides</vt:lpstr>
      <vt:lpstr>PowerPoint Presentation</vt:lpstr>
    </vt:vector>
  </TitlesOfParts>
  <Manager>A. Kotoulas </Manager>
  <Company>Canterbury Media Services, Inc. </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 </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cp:lastModifiedBy>Station 5</cp:lastModifiedBy>
  <cp:revision>32</cp:revision>
  <dcterms:created xsi:type="dcterms:W3CDTF">2012-02-10T00:21:22Z</dcterms:created>
  <dcterms:modified xsi:type="dcterms:W3CDTF">2019-08-28T00:09:28Z</dcterms:modified>
  <cp:category>Research poster templates </cp:category>
</cp:coreProperties>
</file>