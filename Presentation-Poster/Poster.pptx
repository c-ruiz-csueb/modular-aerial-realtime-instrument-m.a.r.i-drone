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Lst>
  <p:sldSz cy="30279975" cx="21386800"/>
  <p:notesSz cx="6858000" cy="9144000"/>
  <p:embeddedFontLst>
    <p:embeddedFont>
      <p:font typeface="Arial Narrow"/>
      <p:regular r:id="rId10"/>
      <p:bold r:id="rId11"/>
      <p:italic r:id="rId12"/>
      <p:boldItalic r:id="rId13"/>
    </p:embeddedFont>
    <p:embeddedFont>
      <p:font typeface="Arial Black"/>
      <p:regular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58">
          <p15:clr>
            <a:srgbClr val="000000"/>
          </p15:clr>
        </p15:guide>
        <p15:guide id="2" orient="horz" pos="17210">
          <p15:clr>
            <a:srgbClr val="000000"/>
          </p15:clr>
        </p15:guide>
        <p15:guide id="3" pos="-932">
          <p15:clr>
            <a:srgbClr val="000000"/>
          </p15:clr>
        </p15:guide>
        <p15:guide id="4" pos="4000">
          <p15:clr>
            <a:srgbClr val="000000"/>
          </p15:clr>
        </p15:guide>
        <p15:guide id="5" pos="4258">
          <p15:clr>
            <a:srgbClr val="000000"/>
          </p15:clr>
        </p15:guide>
        <p15:guide id="6" pos="14378">
          <p15:clr>
            <a:srgbClr val="000000"/>
          </p15:clr>
        </p15:guide>
        <p15:guide id="7" pos="9189">
          <p15:clr>
            <a:srgbClr val="000000"/>
          </p15:clr>
        </p15:guide>
        <p15:guide id="8" pos="9447">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F58F35-4F2D-4756-8336-D3E967BEE99F}">
  <a:tblStyle styleId="{C5F58F35-4F2D-4756-8336-D3E967BEE99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58" orient="horz"/>
        <p:guide pos="17210" orient="horz"/>
        <p:guide pos="-932"/>
        <p:guide pos="4000"/>
        <p:guide pos="4258"/>
        <p:guide pos="14378"/>
        <p:guide pos="9189"/>
        <p:guide pos="9447"/>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rialNarrow-bold.fntdata"/><Relationship Id="rId10" Type="http://schemas.openxmlformats.org/officeDocument/2006/relationships/font" Target="fonts/ArialNarrow-regular.fntdata"/><Relationship Id="rId13" Type="http://schemas.openxmlformats.org/officeDocument/2006/relationships/font" Target="fonts/ArialNarrow-boldItalic.fntdata"/><Relationship Id="rId12" Type="http://schemas.openxmlformats.org/officeDocument/2006/relationships/font" Target="fonts/ArialNarrow-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4"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1pPr>
            <a:lvl2pPr lvl="1"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2pPr>
            <a:lvl3pPr lvl="2"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3pPr>
            <a:lvl4pPr lvl="3"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4pPr>
            <a:lvl5pPr lvl="4"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5pPr>
            <a:lvl6pPr lvl="5"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6pPr>
            <a:lvl7pPr lvl="6"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7pPr>
            <a:lvl8pPr lvl="7"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8pPr>
            <a:lvl9pPr lvl="8"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1pPr>
            <a:lvl2pPr lvl="1"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2pPr>
            <a:lvl3pPr lvl="2"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3pPr>
            <a:lvl4pPr lvl="3"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4pPr>
            <a:lvl5pPr lvl="4"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5pPr>
            <a:lvl6pPr lvl="5"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6pPr>
            <a:lvl7pPr lvl="6"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7pPr>
            <a:lvl8pPr lvl="7"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8pPr>
            <a:lvl9pPr lvl="8"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9pPr>
          </a:lstStyle>
          <a:p/>
        </p:txBody>
      </p:sp>
      <p:sp>
        <p:nvSpPr>
          <p:cNvPr id="5" name="Google Shape;5;n"/>
          <p:cNvSpPr/>
          <p:nvPr>
            <p:ph idx="3" type="sldImg"/>
          </p:nvPr>
        </p:nvSpPr>
        <p:spPr>
          <a:xfrm>
            <a:off x="2217737" y="685800"/>
            <a:ext cx="24225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1pPr>
            <a:lvl2pPr lvl="1"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2pPr>
            <a:lvl3pPr lvl="2"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3pPr>
            <a:lvl4pPr lvl="3"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4pPr>
            <a:lvl5pPr lvl="4"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5pPr>
            <a:lvl6pPr lvl="5"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6pPr>
            <a:lvl7pPr lvl="6"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7pPr>
            <a:lvl8pPr lvl="7"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8pPr>
            <a:lvl9pPr lvl="8" marR="0" rtl="0" algn="l">
              <a:lnSpc>
                <a:spcPct val="100000"/>
              </a:lnSpc>
              <a:spcBef>
                <a:spcPts val="0"/>
              </a:spcBef>
              <a:spcAft>
                <a:spcPts val="0"/>
              </a:spcAft>
              <a:buSzPts val="1400"/>
              <a:buNone/>
              <a:defRPr b="0" i="0" sz="1700" u="none" cap="none" strike="noStrike">
                <a:solidFill>
                  <a:srgbClr val="000000"/>
                </a:solidFill>
                <a:latin typeface="Arial Narrow"/>
                <a:ea typeface="Arial Narrow"/>
                <a:cs typeface="Arial Narrow"/>
                <a:sym typeface="Arial Narrow"/>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44" name="Google Shape;144;p1:notes"/>
          <p:cNvSpPr/>
          <p:nvPr>
            <p:ph idx="2" type="sldImg"/>
          </p:nvPr>
        </p:nvSpPr>
        <p:spPr>
          <a:xfrm>
            <a:off x="2217737" y="685800"/>
            <a:ext cx="24225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2"/>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 name="Shape 20"/>
        <p:cNvGrpSpPr/>
        <p:nvPr/>
      </p:nvGrpSpPr>
      <p:grpSpPr>
        <a:xfrm>
          <a:off x="0" y="0"/>
          <a:ext cx="0" cy="0"/>
          <a:chOff x="0" y="0"/>
          <a:chExt cx="0" cy="0"/>
        </a:xfrm>
      </p:grpSpPr>
      <p:sp>
        <p:nvSpPr>
          <p:cNvPr id="21" name="Google Shape;21;p3"/>
          <p:cNvSpPr txBox="1"/>
          <p:nvPr>
            <p:ph type="title"/>
          </p:nvPr>
        </p:nvSpPr>
        <p:spPr>
          <a:xfrm rot="5400000">
            <a:off x="4119606" y="12840901"/>
            <a:ext cx="28446645" cy="5106916"/>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3"/>
          <p:cNvSpPr txBox="1"/>
          <p:nvPr>
            <p:ph idx="1" type="body"/>
          </p:nvPr>
        </p:nvSpPr>
        <p:spPr>
          <a:xfrm rot="5400000">
            <a:off x="-6139967" y="7778783"/>
            <a:ext cx="28446645" cy="15231151"/>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 name="Shape 23"/>
        <p:cNvGrpSpPr/>
        <p:nvPr/>
      </p:nvGrpSpPr>
      <p:grpSpPr>
        <a:xfrm>
          <a:off x="0" y="0"/>
          <a:ext cx="0" cy="0"/>
          <a:chOff x="0" y="0"/>
          <a:chExt cx="0" cy="0"/>
        </a:xfrm>
      </p:grpSpPr>
      <p:sp>
        <p:nvSpPr>
          <p:cNvPr id="24" name="Google Shape;24;p4"/>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body"/>
          </p:nvPr>
        </p:nvSpPr>
        <p:spPr>
          <a:xfrm rot="5400000">
            <a:off x="-8848725" y="13733463"/>
            <a:ext cx="25206325" cy="6572250"/>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6" name="Shape 26"/>
        <p:cNvGrpSpPr/>
        <p:nvPr/>
      </p:nvGrpSpPr>
      <p:grpSpPr>
        <a:xfrm>
          <a:off x="0" y="0"/>
          <a:ext cx="0" cy="0"/>
          <a:chOff x="0" y="0"/>
          <a:chExt cx="0" cy="0"/>
        </a:xfrm>
      </p:grpSpPr>
      <p:sp>
        <p:nvSpPr>
          <p:cNvPr id="27" name="Google Shape;27;p5"/>
          <p:cNvSpPr txBox="1"/>
          <p:nvPr>
            <p:ph type="title"/>
          </p:nvPr>
        </p:nvSpPr>
        <p:spPr>
          <a:xfrm>
            <a:off x="4192106" y="21196120"/>
            <a:ext cx="12831892" cy="2502300"/>
          </a:xfrm>
          <a:prstGeom prst="rect">
            <a:avLst/>
          </a:prstGeom>
          <a:noFill/>
          <a:ln>
            <a:noFill/>
          </a:ln>
        </p:spPr>
        <p:txBody>
          <a:bodyPr anchorCtr="0" anchor="b" bIns="26450" lIns="52900" spcFirstLastPara="1" rIns="52900" wrap="square" tIns="26450">
            <a:noAutofit/>
          </a:bodyPr>
          <a:lstStyle>
            <a:lvl1pPr lvl="0" algn="l">
              <a:spcBef>
                <a:spcPts val="0"/>
              </a:spcBef>
              <a:spcAft>
                <a:spcPts val="0"/>
              </a:spcAft>
              <a:buSzPts val="1400"/>
              <a:buNone/>
              <a:defRPr b="1"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5"/>
          <p:cNvSpPr/>
          <p:nvPr>
            <p:ph idx="2" type="pic"/>
          </p:nvPr>
        </p:nvSpPr>
        <p:spPr>
          <a:xfrm>
            <a:off x="4192106" y="2705265"/>
            <a:ext cx="12831892" cy="18167718"/>
          </a:xfrm>
          <a:prstGeom prst="rect">
            <a:avLst/>
          </a:prstGeom>
          <a:noFill/>
          <a:ln>
            <a:noFill/>
          </a:ln>
        </p:spPr>
      </p:sp>
      <p:sp>
        <p:nvSpPr>
          <p:cNvPr id="29" name="Google Shape;29;p5"/>
          <p:cNvSpPr txBox="1"/>
          <p:nvPr>
            <p:ph idx="1" type="body"/>
          </p:nvPr>
        </p:nvSpPr>
        <p:spPr>
          <a:xfrm>
            <a:off x="4192106" y="23698418"/>
            <a:ext cx="12831892" cy="3553161"/>
          </a:xfrm>
          <a:prstGeom prst="rect">
            <a:avLst/>
          </a:prstGeom>
          <a:noFill/>
          <a:ln>
            <a:noFill/>
          </a:ln>
        </p:spPr>
        <p:txBody>
          <a:bodyPr anchorCtr="0" anchor="t" bIns="264625" lIns="264625" spcFirstLastPara="1" rIns="264625" wrap="square" tIns="264625">
            <a:noAutofit/>
          </a:bodyPr>
          <a:lstStyle>
            <a:lvl1pPr indent="-228600" lvl="0" marL="457200" algn="l">
              <a:spcBef>
                <a:spcPts val="200"/>
              </a:spcBef>
              <a:spcAft>
                <a:spcPts val="0"/>
              </a:spcAft>
              <a:buClr>
                <a:schemeClr val="dk2"/>
              </a:buClr>
              <a:buSzPts val="1000"/>
              <a:buFont typeface="Arial"/>
              <a:buNone/>
              <a:defRPr sz="1000"/>
            </a:lvl1pPr>
            <a:lvl2pPr indent="-228600" lvl="1" marL="914400" algn="l">
              <a:spcBef>
                <a:spcPts val="160"/>
              </a:spcBef>
              <a:spcAft>
                <a:spcPts val="0"/>
              </a:spcAft>
              <a:buClr>
                <a:schemeClr val="dk2"/>
              </a:buClr>
              <a:buSzPts val="800"/>
              <a:buFont typeface="Arial"/>
              <a:buNone/>
              <a:defRPr sz="800"/>
            </a:lvl2pPr>
            <a:lvl3pPr indent="-228600" lvl="2" marL="1371600" algn="l">
              <a:spcBef>
                <a:spcPts val="140"/>
              </a:spcBef>
              <a:spcAft>
                <a:spcPts val="0"/>
              </a:spcAft>
              <a:buClr>
                <a:schemeClr val="dk1"/>
              </a:buClr>
              <a:buSzPts val="700"/>
              <a:buFont typeface="Arial"/>
              <a:buNone/>
              <a:defRPr sz="700"/>
            </a:lvl3pPr>
            <a:lvl4pPr indent="-228600" lvl="3" marL="1828800" algn="l">
              <a:spcBef>
                <a:spcPts val="120"/>
              </a:spcBef>
              <a:spcAft>
                <a:spcPts val="0"/>
              </a:spcAft>
              <a:buClr>
                <a:schemeClr val="dk1"/>
              </a:buClr>
              <a:buSzPts val="600"/>
              <a:buFont typeface="Arial"/>
              <a:buNone/>
              <a:defRPr sz="600"/>
            </a:lvl4pPr>
            <a:lvl5pPr indent="-228600" lvl="4" marL="2286000" algn="l">
              <a:spcBef>
                <a:spcPts val="120"/>
              </a:spcBef>
              <a:spcAft>
                <a:spcPts val="0"/>
              </a:spcAft>
              <a:buClr>
                <a:schemeClr val="dk1"/>
              </a:buClr>
              <a:buSzPts val="600"/>
              <a:buFont typeface="Arial"/>
              <a:buNone/>
              <a:defRPr sz="600"/>
            </a:lvl5pPr>
            <a:lvl6pPr indent="-228600" lvl="5" marL="2743200" algn="l">
              <a:spcBef>
                <a:spcPts val="120"/>
              </a:spcBef>
              <a:spcAft>
                <a:spcPts val="0"/>
              </a:spcAft>
              <a:buClr>
                <a:schemeClr val="dk1"/>
              </a:buClr>
              <a:buSzPts val="600"/>
              <a:buFont typeface="Arial"/>
              <a:buNone/>
              <a:defRPr sz="600"/>
            </a:lvl6pPr>
            <a:lvl7pPr indent="-228600" lvl="6" marL="3200400" algn="l">
              <a:spcBef>
                <a:spcPts val="120"/>
              </a:spcBef>
              <a:spcAft>
                <a:spcPts val="0"/>
              </a:spcAft>
              <a:buClr>
                <a:schemeClr val="dk1"/>
              </a:buClr>
              <a:buSzPts val="600"/>
              <a:buFont typeface="Arial"/>
              <a:buNone/>
              <a:defRPr sz="600"/>
            </a:lvl7pPr>
            <a:lvl8pPr indent="-228600" lvl="7" marL="3657600" algn="l">
              <a:spcBef>
                <a:spcPts val="120"/>
              </a:spcBef>
              <a:spcAft>
                <a:spcPts val="0"/>
              </a:spcAft>
              <a:buClr>
                <a:schemeClr val="dk1"/>
              </a:buClr>
              <a:buSzPts val="600"/>
              <a:buFont typeface="Arial"/>
              <a:buNone/>
              <a:defRPr sz="600"/>
            </a:lvl8pPr>
            <a:lvl9pPr indent="-228600" lvl="8" marL="4114800" algn="l">
              <a:spcBef>
                <a:spcPts val="120"/>
              </a:spcBef>
              <a:spcAft>
                <a:spcPts val="0"/>
              </a:spcAft>
              <a:buClr>
                <a:schemeClr val="dk1"/>
              </a:buClr>
              <a:buSzPts val="600"/>
              <a:buFont typeface="Arial"/>
              <a:buNone/>
              <a:defRPr sz="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0" name="Shape 30"/>
        <p:cNvGrpSpPr/>
        <p:nvPr/>
      </p:nvGrpSpPr>
      <p:grpSpPr>
        <a:xfrm>
          <a:off x="0" y="0"/>
          <a:ext cx="0" cy="0"/>
          <a:chOff x="0" y="0"/>
          <a:chExt cx="0" cy="0"/>
        </a:xfrm>
      </p:grpSpPr>
      <p:sp>
        <p:nvSpPr>
          <p:cNvPr id="31" name="Google Shape;31;p6"/>
          <p:cNvSpPr txBox="1"/>
          <p:nvPr>
            <p:ph type="title"/>
          </p:nvPr>
        </p:nvSpPr>
        <p:spPr>
          <a:xfrm>
            <a:off x="1069481" y="1205752"/>
            <a:ext cx="7035566" cy="5130116"/>
          </a:xfrm>
          <a:prstGeom prst="rect">
            <a:avLst/>
          </a:prstGeom>
          <a:noFill/>
          <a:ln>
            <a:noFill/>
          </a:ln>
        </p:spPr>
        <p:txBody>
          <a:bodyPr anchorCtr="0" anchor="b" bIns="26450" lIns="52900" spcFirstLastPara="1" rIns="52900" wrap="square" tIns="26450">
            <a:noAutofit/>
          </a:bodyPr>
          <a:lstStyle>
            <a:lvl1pPr lvl="0" algn="l">
              <a:spcBef>
                <a:spcPts val="0"/>
              </a:spcBef>
              <a:spcAft>
                <a:spcPts val="0"/>
              </a:spcAft>
              <a:buSzPts val="1400"/>
              <a:buNone/>
              <a:defRPr b="1"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6"/>
          <p:cNvSpPr txBox="1"/>
          <p:nvPr>
            <p:ph idx="1" type="body"/>
          </p:nvPr>
        </p:nvSpPr>
        <p:spPr>
          <a:xfrm>
            <a:off x="8361572" y="1205753"/>
            <a:ext cx="11955747" cy="25842864"/>
          </a:xfrm>
          <a:prstGeom prst="rect">
            <a:avLst/>
          </a:prstGeom>
          <a:noFill/>
          <a:ln>
            <a:noFill/>
          </a:ln>
        </p:spPr>
        <p:txBody>
          <a:bodyPr anchorCtr="0" anchor="t" bIns="264625" lIns="264625" spcFirstLastPara="1" rIns="264625" wrap="square" tIns="264625">
            <a:noAutofit/>
          </a:bodyPr>
          <a:lstStyle>
            <a:lvl1pPr indent="-374650" lvl="0" marL="457200" algn="l">
              <a:spcBef>
                <a:spcPts val="460"/>
              </a:spcBef>
              <a:spcAft>
                <a:spcPts val="0"/>
              </a:spcAft>
              <a:buClr>
                <a:schemeClr val="dk2"/>
              </a:buClr>
              <a:buSzPts val="2300"/>
              <a:buFont typeface="Arial"/>
              <a:buChar char="•"/>
              <a:defRPr sz="2300"/>
            </a:lvl1pPr>
            <a:lvl2pPr indent="-355600" lvl="1" marL="914400" algn="l">
              <a:spcBef>
                <a:spcPts val="400"/>
              </a:spcBef>
              <a:spcAft>
                <a:spcPts val="0"/>
              </a:spcAft>
              <a:buClr>
                <a:schemeClr val="dk2"/>
              </a:buClr>
              <a:buSzPts val="2000"/>
              <a:buFont typeface="Arial"/>
              <a:buChar char="–"/>
              <a:defRPr sz="2000"/>
            </a:lvl2pPr>
            <a:lvl3pPr indent="-336550" lvl="2" marL="1371600" algn="l">
              <a:spcBef>
                <a:spcPts val="340"/>
              </a:spcBef>
              <a:spcAft>
                <a:spcPts val="0"/>
              </a:spcAft>
              <a:buClr>
                <a:schemeClr val="dk1"/>
              </a:buClr>
              <a:buSzPts val="1700"/>
              <a:buFont typeface="Arial"/>
              <a:buChar char="•"/>
              <a:defRPr sz="1700"/>
            </a:lvl3pPr>
            <a:lvl4pPr indent="-317500" lvl="3" marL="1828800" algn="l">
              <a:spcBef>
                <a:spcPts val="280"/>
              </a:spcBef>
              <a:spcAft>
                <a:spcPts val="0"/>
              </a:spcAft>
              <a:buClr>
                <a:schemeClr val="dk1"/>
              </a:buClr>
              <a:buSzPts val="1400"/>
              <a:buFont typeface="Arial"/>
              <a:buChar char="–"/>
              <a:defRPr sz="1400"/>
            </a:lvl4pPr>
            <a:lvl5pPr indent="-317500" lvl="4" marL="2286000" algn="l">
              <a:spcBef>
                <a:spcPts val="280"/>
              </a:spcBef>
              <a:spcAft>
                <a:spcPts val="0"/>
              </a:spcAft>
              <a:buClr>
                <a:schemeClr val="dk1"/>
              </a:buClr>
              <a:buSzPts val="1400"/>
              <a:buFont typeface="Arial"/>
              <a:buChar char="»"/>
              <a:defRPr sz="1400"/>
            </a:lvl5pPr>
            <a:lvl6pPr indent="-317500" lvl="5" marL="2743200" algn="l">
              <a:spcBef>
                <a:spcPts val="280"/>
              </a:spcBef>
              <a:spcAft>
                <a:spcPts val="0"/>
              </a:spcAft>
              <a:buClr>
                <a:schemeClr val="dk1"/>
              </a:buClr>
              <a:buSzPts val="1400"/>
              <a:buFont typeface="Arial"/>
              <a:buChar char="»"/>
              <a:defRPr sz="1400"/>
            </a:lvl6pPr>
            <a:lvl7pPr indent="-317500" lvl="6" marL="3200400" algn="l">
              <a:spcBef>
                <a:spcPts val="280"/>
              </a:spcBef>
              <a:spcAft>
                <a:spcPts val="0"/>
              </a:spcAft>
              <a:buClr>
                <a:schemeClr val="dk1"/>
              </a:buClr>
              <a:buSzPts val="1400"/>
              <a:buFont typeface="Arial"/>
              <a:buChar char="»"/>
              <a:defRPr sz="1400"/>
            </a:lvl7pPr>
            <a:lvl8pPr indent="-317500" lvl="7" marL="3657600" algn="l">
              <a:spcBef>
                <a:spcPts val="280"/>
              </a:spcBef>
              <a:spcAft>
                <a:spcPts val="0"/>
              </a:spcAft>
              <a:buClr>
                <a:schemeClr val="dk1"/>
              </a:buClr>
              <a:buSzPts val="1400"/>
              <a:buFont typeface="Arial"/>
              <a:buChar char="»"/>
              <a:defRPr sz="1400"/>
            </a:lvl8pPr>
            <a:lvl9pPr indent="-317500" lvl="8" marL="4114800" algn="l">
              <a:spcBef>
                <a:spcPts val="280"/>
              </a:spcBef>
              <a:spcAft>
                <a:spcPts val="0"/>
              </a:spcAft>
              <a:buClr>
                <a:schemeClr val="dk1"/>
              </a:buClr>
              <a:buSzPts val="1400"/>
              <a:buFont typeface="Arial"/>
              <a:buChar char="»"/>
              <a:defRPr sz="1400"/>
            </a:lvl9pPr>
          </a:lstStyle>
          <a:p/>
        </p:txBody>
      </p:sp>
      <p:sp>
        <p:nvSpPr>
          <p:cNvPr id="33" name="Google Shape;33;p6"/>
          <p:cNvSpPr txBox="1"/>
          <p:nvPr>
            <p:ph idx="2" type="body"/>
          </p:nvPr>
        </p:nvSpPr>
        <p:spPr>
          <a:xfrm>
            <a:off x="1069481" y="6335870"/>
            <a:ext cx="7035566" cy="20712747"/>
          </a:xfrm>
          <a:prstGeom prst="rect">
            <a:avLst/>
          </a:prstGeom>
          <a:noFill/>
          <a:ln>
            <a:noFill/>
          </a:ln>
        </p:spPr>
        <p:txBody>
          <a:bodyPr anchorCtr="0" anchor="t" bIns="264625" lIns="264625" spcFirstLastPara="1" rIns="264625" wrap="square" tIns="264625">
            <a:noAutofit/>
          </a:bodyPr>
          <a:lstStyle>
            <a:lvl1pPr indent="-228600" lvl="0" marL="457200" algn="l">
              <a:spcBef>
                <a:spcPts val="200"/>
              </a:spcBef>
              <a:spcAft>
                <a:spcPts val="0"/>
              </a:spcAft>
              <a:buClr>
                <a:schemeClr val="dk2"/>
              </a:buClr>
              <a:buSzPts val="1000"/>
              <a:buFont typeface="Arial"/>
              <a:buNone/>
              <a:defRPr sz="1000"/>
            </a:lvl1pPr>
            <a:lvl2pPr indent="-228600" lvl="1" marL="914400" algn="l">
              <a:spcBef>
                <a:spcPts val="160"/>
              </a:spcBef>
              <a:spcAft>
                <a:spcPts val="0"/>
              </a:spcAft>
              <a:buClr>
                <a:schemeClr val="dk2"/>
              </a:buClr>
              <a:buSzPts val="800"/>
              <a:buFont typeface="Arial"/>
              <a:buNone/>
              <a:defRPr sz="800"/>
            </a:lvl2pPr>
            <a:lvl3pPr indent="-228600" lvl="2" marL="1371600" algn="l">
              <a:spcBef>
                <a:spcPts val="140"/>
              </a:spcBef>
              <a:spcAft>
                <a:spcPts val="0"/>
              </a:spcAft>
              <a:buClr>
                <a:schemeClr val="dk1"/>
              </a:buClr>
              <a:buSzPts val="700"/>
              <a:buFont typeface="Arial"/>
              <a:buNone/>
              <a:defRPr sz="700"/>
            </a:lvl3pPr>
            <a:lvl4pPr indent="-228600" lvl="3" marL="1828800" algn="l">
              <a:spcBef>
                <a:spcPts val="120"/>
              </a:spcBef>
              <a:spcAft>
                <a:spcPts val="0"/>
              </a:spcAft>
              <a:buClr>
                <a:schemeClr val="dk1"/>
              </a:buClr>
              <a:buSzPts val="600"/>
              <a:buFont typeface="Arial"/>
              <a:buNone/>
              <a:defRPr sz="600"/>
            </a:lvl4pPr>
            <a:lvl5pPr indent="-228600" lvl="4" marL="2286000" algn="l">
              <a:spcBef>
                <a:spcPts val="120"/>
              </a:spcBef>
              <a:spcAft>
                <a:spcPts val="0"/>
              </a:spcAft>
              <a:buClr>
                <a:schemeClr val="dk1"/>
              </a:buClr>
              <a:buSzPts val="600"/>
              <a:buFont typeface="Arial"/>
              <a:buNone/>
              <a:defRPr sz="600"/>
            </a:lvl5pPr>
            <a:lvl6pPr indent="-228600" lvl="5" marL="2743200" algn="l">
              <a:spcBef>
                <a:spcPts val="120"/>
              </a:spcBef>
              <a:spcAft>
                <a:spcPts val="0"/>
              </a:spcAft>
              <a:buClr>
                <a:schemeClr val="dk1"/>
              </a:buClr>
              <a:buSzPts val="600"/>
              <a:buFont typeface="Arial"/>
              <a:buNone/>
              <a:defRPr sz="600"/>
            </a:lvl6pPr>
            <a:lvl7pPr indent="-228600" lvl="6" marL="3200400" algn="l">
              <a:spcBef>
                <a:spcPts val="120"/>
              </a:spcBef>
              <a:spcAft>
                <a:spcPts val="0"/>
              </a:spcAft>
              <a:buClr>
                <a:schemeClr val="dk1"/>
              </a:buClr>
              <a:buSzPts val="600"/>
              <a:buFont typeface="Arial"/>
              <a:buNone/>
              <a:defRPr sz="600"/>
            </a:lvl7pPr>
            <a:lvl8pPr indent="-228600" lvl="7" marL="3657600" algn="l">
              <a:spcBef>
                <a:spcPts val="120"/>
              </a:spcBef>
              <a:spcAft>
                <a:spcPts val="0"/>
              </a:spcAft>
              <a:buClr>
                <a:schemeClr val="dk1"/>
              </a:buClr>
              <a:buSzPts val="600"/>
              <a:buFont typeface="Arial"/>
              <a:buNone/>
              <a:defRPr sz="600"/>
            </a:lvl8pPr>
            <a:lvl9pPr indent="-228600" lvl="8" marL="4114800" algn="l">
              <a:spcBef>
                <a:spcPts val="120"/>
              </a:spcBef>
              <a:spcAft>
                <a:spcPts val="0"/>
              </a:spcAft>
              <a:buClr>
                <a:schemeClr val="dk1"/>
              </a:buClr>
              <a:buSzPts val="600"/>
              <a:buFont typeface="Arial"/>
              <a:buNone/>
              <a:defRPr sz="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8"/>
          <p:cNvSpPr txBox="1"/>
          <p:nvPr>
            <p:ph type="title"/>
          </p:nvPr>
        </p:nvSpPr>
        <p:spPr>
          <a:xfrm>
            <a:off x="1069483" y="1212427"/>
            <a:ext cx="19247837" cy="5047330"/>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8"/>
          <p:cNvSpPr txBox="1"/>
          <p:nvPr>
            <p:ph idx="1" type="body"/>
          </p:nvPr>
        </p:nvSpPr>
        <p:spPr>
          <a:xfrm>
            <a:off x="1069481" y="6777843"/>
            <a:ext cx="9448973" cy="2825436"/>
          </a:xfrm>
          <a:prstGeom prst="rect">
            <a:avLst/>
          </a:prstGeom>
          <a:noFill/>
          <a:ln>
            <a:noFill/>
          </a:ln>
        </p:spPr>
        <p:txBody>
          <a:bodyPr anchorCtr="0" anchor="b" bIns="264625" lIns="264625" spcFirstLastPara="1" rIns="264625" wrap="square" tIns="264625">
            <a:noAutofit/>
          </a:bodyPr>
          <a:lstStyle>
            <a:lvl1pPr indent="-228600" lvl="0" marL="457200" algn="l">
              <a:spcBef>
                <a:spcPts val="340"/>
              </a:spcBef>
              <a:spcAft>
                <a:spcPts val="0"/>
              </a:spcAft>
              <a:buClr>
                <a:schemeClr val="dk2"/>
              </a:buClr>
              <a:buSzPts val="1700"/>
              <a:buFont typeface="Arial"/>
              <a:buNone/>
              <a:defRPr b="1" sz="1700"/>
            </a:lvl1pPr>
            <a:lvl2pPr indent="-228600" lvl="1" marL="914400" algn="l">
              <a:spcBef>
                <a:spcPts val="280"/>
              </a:spcBef>
              <a:spcAft>
                <a:spcPts val="0"/>
              </a:spcAft>
              <a:buClr>
                <a:schemeClr val="dk2"/>
              </a:buClr>
              <a:buSzPts val="1400"/>
              <a:buFont typeface="Arial"/>
              <a:buNone/>
              <a:defRPr b="1" sz="1400"/>
            </a:lvl2pPr>
            <a:lvl3pPr indent="-228600" lvl="2" marL="1371600" algn="l">
              <a:spcBef>
                <a:spcPts val="260"/>
              </a:spcBef>
              <a:spcAft>
                <a:spcPts val="0"/>
              </a:spcAft>
              <a:buClr>
                <a:schemeClr val="dk1"/>
              </a:buClr>
              <a:buSzPts val="1300"/>
              <a:buFont typeface="Arial"/>
              <a:buNone/>
              <a:defRPr b="1" sz="1300"/>
            </a:lvl3pPr>
            <a:lvl4pPr indent="-228600" lvl="3" marL="1828800" algn="l">
              <a:spcBef>
                <a:spcPts val="220"/>
              </a:spcBef>
              <a:spcAft>
                <a:spcPts val="0"/>
              </a:spcAft>
              <a:buClr>
                <a:schemeClr val="dk1"/>
              </a:buClr>
              <a:buSzPts val="1100"/>
              <a:buFont typeface="Arial"/>
              <a:buNone/>
              <a:defRPr b="1" sz="1100"/>
            </a:lvl4pPr>
            <a:lvl5pPr indent="-228600" lvl="4" marL="2286000" algn="l">
              <a:spcBef>
                <a:spcPts val="220"/>
              </a:spcBef>
              <a:spcAft>
                <a:spcPts val="0"/>
              </a:spcAft>
              <a:buClr>
                <a:schemeClr val="dk1"/>
              </a:buClr>
              <a:buSzPts val="1100"/>
              <a:buFont typeface="Arial"/>
              <a:buNone/>
              <a:defRPr b="1" sz="1100"/>
            </a:lvl5pPr>
            <a:lvl6pPr indent="-228600" lvl="5" marL="2743200" algn="l">
              <a:spcBef>
                <a:spcPts val="220"/>
              </a:spcBef>
              <a:spcAft>
                <a:spcPts val="0"/>
              </a:spcAft>
              <a:buClr>
                <a:schemeClr val="dk1"/>
              </a:buClr>
              <a:buSzPts val="1100"/>
              <a:buFont typeface="Arial"/>
              <a:buNone/>
              <a:defRPr b="1" sz="1100"/>
            </a:lvl6pPr>
            <a:lvl7pPr indent="-228600" lvl="6" marL="3200400" algn="l">
              <a:spcBef>
                <a:spcPts val="220"/>
              </a:spcBef>
              <a:spcAft>
                <a:spcPts val="0"/>
              </a:spcAft>
              <a:buClr>
                <a:schemeClr val="dk1"/>
              </a:buClr>
              <a:buSzPts val="1100"/>
              <a:buFont typeface="Arial"/>
              <a:buNone/>
              <a:defRPr b="1" sz="1100"/>
            </a:lvl7pPr>
            <a:lvl8pPr indent="-228600" lvl="7" marL="3657600" algn="l">
              <a:spcBef>
                <a:spcPts val="220"/>
              </a:spcBef>
              <a:spcAft>
                <a:spcPts val="0"/>
              </a:spcAft>
              <a:buClr>
                <a:schemeClr val="dk1"/>
              </a:buClr>
              <a:buSzPts val="1100"/>
              <a:buFont typeface="Arial"/>
              <a:buNone/>
              <a:defRPr b="1" sz="1100"/>
            </a:lvl8pPr>
            <a:lvl9pPr indent="-228600" lvl="8" marL="4114800" algn="l">
              <a:spcBef>
                <a:spcPts val="220"/>
              </a:spcBef>
              <a:spcAft>
                <a:spcPts val="0"/>
              </a:spcAft>
              <a:buClr>
                <a:schemeClr val="dk1"/>
              </a:buClr>
              <a:buSzPts val="1100"/>
              <a:buFont typeface="Arial"/>
              <a:buNone/>
              <a:defRPr b="1" sz="1100"/>
            </a:lvl9pPr>
          </a:lstStyle>
          <a:p/>
        </p:txBody>
      </p:sp>
      <p:sp>
        <p:nvSpPr>
          <p:cNvPr id="38" name="Google Shape;38;p8"/>
          <p:cNvSpPr txBox="1"/>
          <p:nvPr>
            <p:ph idx="2" type="body"/>
          </p:nvPr>
        </p:nvSpPr>
        <p:spPr>
          <a:xfrm>
            <a:off x="1069481" y="9603281"/>
            <a:ext cx="9448973" cy="17445336"/>
          </a:xfrm>
          <a:prstGeom prst="rect">
            <a:avLst/>
          </a:prstGeom>
          <a:noFill/>
          <a:ln>
            <a:noFill/>
          </a:ln>
        </p:spPr>
        <p:txBody>
          <a:bodyPr anchorCtr="0" anchor="t" bIns="264625" lIns="264625" spcFirstLastPara="1" rIns="264625" wrap="square" tIns="264625">
            <a:noAutofit/>
          </a:bodyPr>
          <a:lstStyle>
            <a:lvl1pPr indent="-336550" lvl="0" marL="457200" algn="l">
              <a:spcBef>
                <a:spcPts val="340"/>
              </a:spcBef>
              <a:spcAft>
                <a:spcPts val="0"/>
              </a:spcAft>
              <a:buClr>
                <a:schemeClr val="dk2"/>
              </a:buClr>
              <a:buSzPts val="1700"/>
              <a:buFont typeface="Arial"/>
              <a:buChar char="•"/>
              <a:defRPr sz="1700"/>
            </a:lvl1pPr>
            <a:lvl2pPr indent="-317500" lvl="1" marL="914400" algn="l">
              <a:spcBef>
                <a:spcPts val="280"/>
              </a:spcBef>
              <a:spcAft>
                <a:spcPts val="0"/>
              </a:spcAft>
              <a:buClr>
                <a:schemeClr val="dk2"/>
              </a:buClr>
              <a:buSzPts val="1400"/>
              <a:buFont typeface="Arial"/>
              <a:buChar char="–"/>
              <a:defRPr sz="1400"/>
            </a:lvl2pPr>
            <a:lvl3pPr indent="-311150" lvl="2" marL="1371600" algn="l">
              <a:spcBef>
                <a:spcPts val="260"/>
              </a:spcBef>
              <a:spcAft>
                <a:spcPts val="0"/>
              </a:spcAft>
              <a:buClr>
                <a:schemeClr val="dk1"/>
              </a:buClr>
              <a:buSzPts val="1300"/>
              <a:buFont typeface="Arial"/>
              <a:buChar char="•"/>
              <a:defRPr sz="1300"/>
            </a:lvl3pPr>
            <a:lvl4pPr indent="-298450" lvl="3" marL="1828800" algn="l">
              <a:spcBef>
                <a:spcPts val="220"/>
              </a:spcBef>
              <a:spcAft>
                <a:spcPts val="0"/>
              </a:spcAft>
              <a:buClr>
                <a:schemeClr val="dk1"/>
              </a:buClr>
              <a:buSzPts val="1100"/>
              <a:buFont typeface="Arial"/>
              <a:buChar char="–"/>
              <a:defRPr sz="1100"/>
            </a:lvl4pPr>
            <a:lvl5pPr indent="-298450" lvl="4" marL="2286000" algn="l">
              <a:spcBef>
                <a:spcPts val="220"/>
              </a:spcBef>
              <a:spcAft>
                <a:spcPts val="0"/>
              </a:spcAft>
              <a:buClr>
                <a:schemeClr val="dk1"/>
              </a:buClr>
              <a:buSzPts val="1100"/>
              <a:buFont typeface="Arial"/>
              <a:buChar char="»"/>
              <a:defRPr sz="1100"/>
            </a:lvl5pPr>
            <a:lvl6pPr indent="-298450" lvl="5" marL="2743200" algn="l">
              <a:spcBef>
                <a:spcPts val="220"/>
              </a:spcBef>
              <a:spcAft>
                <a:spcPts val="0"/>
              </a:spcAft>
              <a:buClr>
                <a:schemeClr val="dk1"/>
              </a:buClr>
              <a:buSzPts val="1100"/>
              <a:buFont typeface="Arial"/>
              <a:buChar char="»"/>
              <a:defRPr sz="1100"/>
            </a:lvl6pPr>
            <a:lvl7pPr indent="-298450" lvl="6" marL="3200400" algn="l">
              <a:spcBef>
                <a:spcPts val="220"/>
              </a:spcBef>
              <a:spcAft>
                <a:spcPts val="0"/>
              </a:spcAft>
              <a:buClr>
                <a:schemeClr val="dk1"/>
              </a:buClr>
              <a:buSzPts val="1100"/>
              <a:buFont typeface="Arial"/>
              <a:buChar char="»"/>
              <a:defRPr sz="1100"/>
            </a:lvl7pPr>
            <a:lvl8pPr indent="-298450" lvl="7" marL="3657600" algn="l">
              <a:spcBef>
                <a:spcPts val="220"/>
              </a:spcBef>
              <a:spcAft>
                <a:spcPts val="0"/>
              </a:spcAft>
              <a:buClr>
                <a:schemeClr val="dk1"/>
              </a:buClr>
              <a:buSzPts val="1100"/>
              <a:buFont typeface="Arial"/>
              <a:buChar char="»"/>
              <a:defRPr sz="1100"/>
            </a:lvl8pPr>
            <a:lvl9pPr indent="-298450" lvl="8" marL="4114800" algn="l">
              <a:spcBef>
                <a:spcPts val="220"/>
              </a:spcBef>
              <a:spcAft>
                <a:spcPts val="0"/>
              </a:spcAft>
              <a:buClr>
                <a:schemeClr val="dk1"/>
              </a:buClr>
              <a:buSzPts val="1100"/>
              <a:buFont typeface="Arial"/>
              <a:buChar char="»"/>
              <a:defRPr sz="1100"/>
            </a:lvl9pPr>
          </a:lstStyle>
          <a:p/>
        </p:txBody>
      </p:sp>
      <p:sp>
        <p:nvSpPr>
          <p:cNvPr id="39" name="Google Shape;39;p8"/>
          <p:cNvSpPr txBox="1"/>
          <p:nvPr>
            <p:ph idx="3" type="body"/>
          </p:nvPr>
        </p:nvSpPr>
        <p:spPr>
          <a:xfrm>
            <a:off x="10864574" y="6777843"/>
            <a:ext cx="9452745" cy="2825436"/>
          </a:xfrm>
          <a:prstGeom prst="rect">
            <a:avLst/>
          </a:prstGeom>
          <a:noFill/>
          <a:ln>
            <a:noFill/>
          </a:ln>
        </p:spPr>
        <p:txBody>
          <a:bodyPr anchorCtr="0" anchor="b" bIns="264625" lIns="264625" spcFirstLastPara="1" rIns="264625" wrap="square" tIns="264625">
            <a:noAutofit/>
          </a:bodyPr>
          <a:lstStyle>
            <a:lvl1pPr indent="-228600" lvl="0" marL="457200" algn="l">
              <a:spcBef>
                <a:spcPts val="340"/>
              </a:spcBef>
              <a:spcAft>
                <a:spcPts val="0"/>
              </a:spcAft>
              <a:buClr>
                <a:schemeClr val="dk2"/>
              </a:buClr>
              <a:buSzPts val="1700"/>
              <a:buFont typeface="Arial"/>
              <a:buNone/>
              <a:defRPr b="1" sz="1700"/>
            </a:lvl1pPr>
            <a:lvl2pPr indent="-228600" lvl="1" marL="914400" algn="l">
              <a:spcBef>
                <a:spcPts val="280"/>
              </a:spcBef>
              <a:spcAft>
                <a:spcPts val="0"/>
              </a:spcAft>
              <a:buClr>
                <a:schemeClr val="dk2"/>
              </a:buClr>
              <a:buSzPts val="1400"/>
              <a:buFont typeface="Arial"/>
              <a:buNone/>
              <a:defRPr b="1" sz="1400"/>
            </a:lvl2pPr>
            <a:lvl3pPr indent="-228600" lvl="2" marL="1371600" algn="l">
              <a:spcBef>
                <a:spcPts val="260"/>
              </a:spcBef>
              <a:spcAft>
                <a:spcPts val="0"/>
              </a:spcAft>
              <a:buClr>
                <a:schemeClr val="dk1"/>
              </a:buClr>
              <a:buSzPts val="1300"/>
              <a:buFont typeface="Arial"/>
              <a:buNone/>
              <a:defRPr b="1" sz="1300"/>
            </a:lvl3pPr>
            <a:lvl4pPr indent="-228600" lvl="3" marL="1828800" algn="l">
              <a:spcBef>
                <a:spcPts val="220"/>
              </a:spcBef>
              <a:spcAft>
                <a:spcPts val="0"/>
              </a:spcAft>
              <a:buClr>
                <a:schemeClr val="dk1"/>
              </a:buClr>
              <a:buSzPts val="1100"/>
              <a:buFont typeface="Arial"/>
              <a:buNone/>
              <a:defRPr b="1" sz="1100"/>
            </a:lvl4pPr>
            <a:lvl5pPr indent="-228600" lvl="4" marL="2286000" algn="l">
              <a:spcBef>
                <a:spcPts val="220"/>
              </a:spcBef>
              <a:spcAft>
                <a:spcPts val="0"/>
              </a:spcAft>
              <a:buClr>
                <a:schemeClr val="dk1"/>
              </a:buClr>
              <a:buSzPts val="1100"/>
              <a:buFont typeface="Arial"/>
              <a:buNone/>
              <a:defRPr b="1" sz="1100"/>
            </a:lvl5pPr>
            <a:lvl6pPr indent="-228600" lvl="5" marL="2743200" algn="l">
              <a:spcBef>
                <a:spcPts val="220"/>
              </a:spcBef>
              <a:spcAft>
                <a:spcPts val="0"/>
              </a:spcAft>
              <a:buClr>
                <a:schemeClr val="dk1"/>
              </a:buClr>
              <a:buSzPts val="1100"/>
              <a:buFont typeface="Arial"/>
              <a:buNone/>
              <a:defRPr b="1" sz="1100"/>
            </a:lvl6pPr>
            <a:lvl7pPr indent="-228600" lvl="6" marL="3200400" algn="l">
              <a:spcBef>
                <a:spcPts val="220"/>
              </a:spcBef>
              <a:spcAft>
                <a:spcPts val="0"/>
              </a:spcAft>
              <a:buClr>
                <a:schemeClr val="dk1"/>
              </a:buClr>
              <a:buSzPts val="1100"/>
              <a:buFont typeface="Arial"/>
              <a:buNone/>
              <a:defRPr b="1" sz="1100"/>
            </a:lvl7pPr>
            <a:lvl8pPr indent="-228600" lvl="7" marL="3657600" algn="l">
              <a:spcBef>
                <a:spcPts val="220"/>
              </a:spcBef>
              <a:spcAft>
                <a:spcPts val="0"/>
              </a:spcAft>
              <a:buClr>
                <a:schemeClr val="dk1"/>
              </a:buClr>
              <a:buSzPts val="1100"/>
              <a:buFont typeface="Arial"/>
              <a:buNone/>
              <a:defRPr b="1" sz="1100"/>
            </a:lvl8pPr>
            <a:lvl9pPr indent="-228600" lvl="8" marL="4114800" algn="l">
              <a:spcBef>
                <a:spcPts val="220"/>
              </a:spcBef>
              <a:spcAft>
                <a:spcPts val="0"/>
              </a:spcAft>
              <a:buClr>
                <a:schemeClr val="dk1"/>
              </a:buClr>
              <a:buSzPts val="1100"/>
              <a:buFont typeface="Arial"/>
              <a:buNone/>
              <a:defRPr b="1" sz="1100"/>
            </a:lvl9pPr>
          </a:lstStyle>
          <a:p/>
        </p:txBody>
      </p:sp>
      <p:sp>
        <p:nvSpPr>
          <p:cNvPr id="40" name="Google Shape;40;p8"/>
          <p:cNvSpPr txBox="1"/>
          <p:nvPr>
            <p:ph idx="4" type="body"/>
          </p:nvPr>
        </p:nvSpPr>
        <p:spPr>
          <a:xfrm>
            <a:off x="10864574" y="9603281"/>
            <a:ext cx="9452745" cy="17445336"/>
          </a:xfrm>
          <a:prstGeom prst="rect">
            <a:avLst/>
          </a:prstGeom>
          <a:noFill/>
          <a:ln>
            <a:noFill/>
          </a:ln>
        </p:spPr>
        <p:txBody>
          <a:bodyPr anchorCtr="0" anchor="t" bIns="264625" lIns="264625" spcFirstLastPara="1" rIns="264625" wrap="square" tIns="264625">
            <a:noAutofit/>
          </a:bodyPr>
          <a:lstStyle>
            <a:lvl1pPr indent="-336550" lvl="0" marL="457200" algn="l">
              <a:spcBef>
                <a:spcPts val="340"/>
              </a:spcBef>
              <a:spcAft>
                <a:spcPts val="0"/>
              </a:spcAft>
              <a:buClr>
                <a:schemeClr val="dk2"/>
              </a:buClr>
              <a:buSzPts val="1700"/>
              <a:buFont typeface="Arial"/>
              <a:buChar char="•"/>
              <a:defRPr sz="1700"/>
            </a:lvl1pPr>
            <a:lvl2pPr indent="-317500" lvl="1" marL="914400" algn="l">
              <a:spcBef>
                <a:spcPts val="280"/>
              </a:spcBef>
              <a:spcAft>
                <a:spcPts val="0"/>
              </a:spcAft>
              <a:buClr>
                <a:schemeClr val="dk2"/>
              </a:buClr>
              <a:buSzPts val="1400"/>
              <a:buFont typeface="Arial"/>
              <a:buChar char="–"/>
              <a:defRPr sz="1400"/>
            </a:lvl2pPr>
            <a:lvl3pPr indent="-311150" lvl="2" marL="1371600" algn="l">
              <a:spcBef>
                <a:spcPts val="260"/>
              </a:spcBef>
              <a:spcAft>
                <a:spcPts val="0"/>
              </a:spcAft>
              <a:buClr>
                <a:schemeClr val="dk1"/>
              </a:buClr>
              <a:buSzPts val="1300"/>
              <a:buFont typeface="Arial"/>
              <a:buChar char="•"/>
              <a:defRPr sz="1300"/>
            </a:lvl3pPr>
            <a:lvl4pPr indent="-298450" lvl="3" marL="1828800" algn="l">
              <a:spcBef>
                <a:spcPts val="220"/>
              </a:spcBef>
              <a:spcAft>
                <a:spcPts val="0"/>
              </a:spcAft>
              <a:buClr>
                <a:schemeClr val="dk1"/>
              </a:buClr>
              <a:buSzPts val="1100"/>
              <a:buFont typeface="Arial"/>
              <a:buChar char="–"/>
              <a:defRPr sz="1100"/>
            </a:lvl4pPr>
            <a:lvl5pPr indent="-298450" lvl="4" marL="2286000" algn="l">
              <a:spcBef>
                <a:spcPts val="220"/>
              </a:spcBef>
              <a:spcAft>
                <a:spcPts val="0"/>
              </a:spcAft>
              <a:buClr>
                <a:schemeClr val="dk1"/>
              </a:buClr>
              <a:buSzPts val="1100"/>
              <a:buFont typeface="Arial"/>
              <a:buChar char="»"/>
              <a:defRPr sz="1100"/>
            </a:lvl5pPr>
            <a:lvl6pPr indent="-298450" lvl="5" marL="2743200" algn="l">
              <a:spcBef>
                <a:spcPts val="220"/>
              </a:spcBef>
              <a:spcAft>
                <a:spcPts val="0"/>
              </a:spcAft>
              <a:buClr>
                <a:schemeClr val="dk1"/>
              </a:buClr>
              <a:buSzPts val="1100"/>
              <a:buFont typeface="Arial"/>
              <a:buChar char="»"/>
              <a:defRPr sz="1100"/>
            </a:lvl6pPr>
            <a:lvl7pPr indent="-298450" lvl="6" marL="3200400" algn="l">
              <a:spcBef>
                <a:spcPts val="220"/>
              </a:spcBef>
              <a:spcAft>
                <a:spcPts val="0"/>
              </a:spcAft>
              <a:buClr>
                <a:schemeClr val="dk1"/>
              </a:buClr>
              <a:buSzPts val="1100"/>
              <a:buFont typeface="Arial"/>
              <a:buChar char="»"/>
              <a:defRPr sz="1100"/>
            </a:lvl7pPr>
            <a:lvl8pPr indent="-298450" lvl="7" marL="3657600" algn="l">
              <a:spcBef>
                <a:spcPts val="220"/>
              </a:spcBef>
              <a:spcAft>
                <a:spcPts val="0"/>
              </a:spcAft>
              <a:buClr>
                <a:schemeClr val="dk1"/>
              </a:buClr>
              <a:buSzPts val="1100"/>
              <a:buFont typeface="Arial"/>
              <a:buChar char="»"/>
              <a:defRPr sz="1100"/>
            </a:lvl8pPr>
            <a:lvl9pPr indent="-298450" lvl="8" marL="4114800" algn="l">
              <a:spcBef>
                <a:spcPts val="220"/>
              </a:spcBef>
              <a:spcAft>
                <a:spcPts val="0"/>
              </a:spcAft>
              <a:buClr>
                <a:schemeClr val="dk1"/>
              </a:buClr>
              <a:buSzPts val="1100"/>
              <a:buFont typeface="Arial"/>
              <a:buChar char="»"/>
              <a:defRPr sz="11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9"/>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9"/>
          <p:cNvSpPr txBox="1"/>
          <p:nvPr>
            <p:ph idx="1" type="body"/>
          </p:nvPr>
        </p:nvSpPr>
        <p:spPr>
          <a:xfrm>
            <a:off x="467783" y="4411744"/>
            <a:ext cx="3240510" cy="25205939"/>
          </a:xfrm>
          <a:prstGeom prst="rect">
            <a:avLst/>
          </a:prstGeom>
          <a:noFill/>
          <a:ln>
            <a:noFill/>
          </a:ln>
        </p:spPr>
        <p:txBody>
          <a:bodyPr anchorCtr="0" anchor="t" bIns="264625" lIns="264625" spcFirstLastPara="1" rIns="264625" wrap="square" tIns="264625">
            <a:noAutofit/>
          </a:bodyPr>
          <a:lstStyle>
            <a:lvl1pPr indent="-355600" lvl="0" marL="457200" algn="l">
              <a:spcBef>
                <a:spcPts val="400"/>
              </a:spcBef>
              <a:spcAft>
                <a:spcPts val="0"/>
              </a:spcAft>
              <a:buClr>
                <a:schemeClr val="dk2"/>
              </a:buClr>
              <a:buSzPts val="2000"/>
              <a:buFont typeface="Arial"/>
              <a:buChar char="•"/>
              <a:defRPr sz="2000"/>
            </a:lvl1pPr>
            <a:lvl2pPr indent="-336550" lvl="1" marL="914400" algn="l">
              <a:spcBef>
                <a:spcPts val="340"/>
              </a:spcBef>
              <a:spcAft>
                <a:spcPts val="0"/>
              </a:spcAft>
              <a:buClr>
                <a:schemeClr val="dk2"/>
              </a:buClr>
              <a:buSzPts val="1700"/>
              <a:buFont typeface="Arial"/>
              <a:buChar char="–"/>
              <a:defRPr sz="17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11150" lvl="5" marL="2743200" algn="l">
              <a:spcBef>
                <a:spcPts val="260"/>
              </a:spcBef>
              <a:spcAft>
                <a:spcPts val="0"/>
              </a:spcAft>
              <a:buClr>
                <a:schemeClr val="dk1"/>
              </a:buClr>
              <a:buSzPts val="1300"/>
              <a:buFont typeface="Arial"/>
              <a:buChar char="»"/>
              <a:defRPr sz="1300"/>
            </a:lvl6pPr>
            <a:lvl7pPr indent="-311150" lvl="6" marL="3200400" algn="l">
              <a:spcBef>
                <a:spcPts val="260"/>
              </a:spcBef>
              <a:spcAft>
                <a:spcPts val="0"/>
              </a:spcAft>
              <a:buClr>
                <a:schemeClr val="dk1"/>
              </a:buClr>
              <a:buSzPts val="1300"/>
              <a:buFont typeface="Arial"/>
              <a:buChar char="»"/>
              <a:defRPr sz="1300"/>
            </a:lvl7pPr>
            <a:lvl8pPr indent="-311150" lvl="7" marL="3657600" algn="l">
              <a:spcBef>
                <a:spcPts val="260"/>
              </a:spcBef>
              <a:spcAft>
                <a:spcPts val="0"/>
              </a:spcAft>
              <a:buClr>
                <a:schemeClr val="dk1"/>
              </a:buClr>
              <a:buSzPts val="1300"/>
              <a:buFont typeface="Arial"/>
              <a:buChar char="»"/>
              <a:defRPr sz="1300"/>
            </a:lvl8pPr>
            <a:lvl9pPr indent="-311150" lvl="8" marL="4114800" algn="l">
              <a:spcBef>
                <a:spcPts val="260"/>
              </a:spcBef>
              <a:spcAft>
                <a:spcPts val="0"/>
              </a:spcAft>
              <a:buClr>
                <a:schemeClr val="dk1"/>
              </a:buClr>
              <a:buSzPts val="1300"/>
              <a:buFont typeface="Arial"/>
              <a:buChar char="»"/>
              <a:defRPr sz="1300"/>
            </a:lvl9pPr>
          </a:lstStyle>
          <a:p/>
        </p:txBody>
      </p:sp>
      <p:sp>
        <p:nvSpPr>
          <p:cNvPr id="44" name="Google Shape;44;p9"/>
          <p:cNvSpPr txBox="1"/>
          <p:nvPr>
            <p:ph idx="2" type="body"/>
          </p:nvPr>
        </p:nvSpPr>
        <p:spPr>
          <a:xfrm>
            <a:off x="3798829" y="4411744"/>
            <a:ext cx="3241453" cy="25205939"/>
          </a:xfrm>
          <a:prstGeom prst="rect">
            <a:avLst/>
          </a:prstGeom>
          <a:noFill/>
          <a:ln>
            <a:noFill/>
          </a:ln>
        </p:spPr>
        <p:txBody>
          <a:bodyPr anchorCtr="0" anchor="t" bIns="264625" lIns="264625" spcFirstLastPara="1" rIns="264625" wrap="square" tIns="264625">
            <a:noAutofit/>
          </a:bodyPr>
          <a:lstStyle>
            <a:lvl1pPr indent="-355600" lvl="0" marL="457200" algn="l">
              <a:spcBef>
                <a:spcPts val="400"/>
              </a:spcBef>
              <a:spcAft>
                <a:spcPts val="0"/>
              </a:spcAft>
              <a:buClr>
                <a:schemeClr val="dk2"/>
              </a:buClr>
              <a:buSzPts val="2000"/>
              <a:buFont typeface="Arial"/>
              <a:buChar char="•"/>
              <a:defRPr sz="2000"/>
            </a:lvl1pPr>
            <a:lvl2pPr indent="-336550" lvl="1" marL="914400" algn="l">
              <a:spcBef>
                <a:spcPts val="340"/>
              </a:spcBef>
              <a:spcAft>
                <a:spcPts val="0"/>
              </a:spcAft>
              <a:buClr>
                <a:schemeClr val="dk2"/>
              </a:buClr>
              <a:buSzPts val="1700"/>
              <a:buFont typeface="Arial"/>
              <a:buChar char="–"/>
              <a:defRPr sz="17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11150" lvl="5" marL="2743200" algn="l">
              <a:spcBef>
                <a:spcPts val="260"/>
              </a:spcBef>
              <a:spcAft>
                <a:spcPts val="0"/>
              </a:spcAft>
              <a:buClr>
                <a:schemeClr val="dk1"/>
              </a:buClr>
              <a:buSzPts val="1300"/>
              <a:buFont typeface="Arial"/>
              <a:buChar char="»"/>
              <a:defRPr sz="1300"/>
            </a:lvl6pPr>
            <a:lvl7pPr indent="-311150" lvl="6" marL="3200400" algn="l">
              <a:spcBef>
                <a:spcPts val="260"/>
              </a:spcBef>
              <a:spcAft>
                <a:spcPts val="0"/>
              </a:spcAft>
              <a:buClr>
                <a:schemeClr val="dk1"/>
              </a:buClr>
              <a:buSzPts val="1300"/>
              <a:buFont typeface="Arial"/>
              <a:buChar char="»"/>
              <a:defRPr sz="1300"/>
            </a:lvl7pPr>
            <a:lvl8pPr indent="-311150" lvl="7" marL="3657600" algn="l">
              <a:spcBef>
                <a:spcPts val="260"/>
              </a:spcBef>
              <a:spcAft>
                <a:spcPts val="0"/>
              </a:spcAft>
              <a:buClr>
                <a:schemeClr val="dk1"/>
              </a:buClr>
              <a:buSzPts val="1300"/>
              <a:buFont typeface="Arial"/>
              <a:buChar char="»"/>
              <a:defRPr sz="1300"/>
            </a:lvl8pPr>
            <a:lvl9pPr indent="-311150" lvl="8" marL="4114800" algn="l">
              <a:spcBef>
                <a:spcPts val="260"/>
              </a:spcBef>
              <a:spcAft>
                <a:spcPts val="0"/>
              </a:spcAft>
              <a:buClr>
                <a:schemeClr val="dk1"/>
              </a:buClr>
              <a:buSzPts val="1300"/>
              <a:buFont typeface="Arial"/>
              <a:buChar char="»"/>
              <a:defRPr sz="13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10"/>
          <p:cNvSpPr txBox="1"/>
          <p:nvPr>
            <p:ph type="title"/>
          </p:nvPr>
        </p:nvSpPr>
        <p:spPr>
          <a:xfrm>
            <a:off x="1689102" y="19457591"/>
            <a:ext cx="18179298" cy="6014068"/>
          </a:xfrm>
          <a:prstGeom prst="rect">
            <a:avLst/>
          </a:prstGeom>
          <a:noFill/>
          <a:ln>
            <a:noFill/>
          </a:ln>
        </p:spPr>
        <p:txBody>
          <a:bodyPr anchorCtr="0" anchor="t" bIns="26450" lIns="52900" spcFirstLastPara="1" rIns="52900" wrap="square" tIns="26450">
            <a:noAutofit/>
          </a:bodyPr>
          <a:lstStyle>
            <a:lvl1pPr lvl="0" algn="l">
              <a:spcBef>
                <a:spcPts val="0"/>
              </a:spcBef>
              <a:spcAft>
                <a:spcPts val="0"/>
              </a:spcAft>
              <a:buSzPts val="1400"/>
              <a:buNone/>
              <a:defRPr b="1" sz="28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10"/>
          <p:cNvSpPr txBox="1"/>
          <p:nvPr>
            <p:ph idx="1" type="body"/>
          </p:nvPr>
        </p:nvSpPr>
        <p:spPr>
          <a:xfrm>
            <a:off x="1689102" y="12833307"/>
            <a:ext cx="18179298" cy="6624287"/>
          </a:xfrm>
          <a:prstGeom prst="rect">
            <a:avLst/>
          </a:prstGeom>
          <a:noFill/>
          <a:ln>
            <a:noFill/>
          </a:ln>
        </p:spPr>
        <p:txBody>
          <a:bodyPr anchorCtr="0" anchor="b" bIns="264625" lIns="264625" spcFirstLastPara="1" rIns="264625" wrap="square" tIns="264625">
            <a:noAutofit/>
          </a:bodyPr>
          <a:lstStyle>
            <a:lvl1pPr indent="-228600" lvl="0" marL="457200" algn="l">
              <a:spcBef>
                <a:spcPts val="280"/>
              </a:spcBef>
              <a:spcAft>
                <a:spcPts val="0"/>
              </a:spcAft>
              <a:buClr>
                <a:schemeClr val="dk2"/>
              </a:buClr>
              <a:buSzPts val="1400"/>
              <a:buFont typeface="Arial"/>
              <a:buNone/>
              <a:defRPr sz="1400"/>
            </a:lvl1pPr>
            <a:lvl2pPr indent="-228600" lvl="1" marL="914400" algn="l">
              <a:spcBef>
                <a:spcPts val="260"/>
              </a:spcBef>
              <a:spcAft>
                <a:spcPts val="0"/>
              </a:spcAft>
              <a:buClr>
                <a:schemeClr val="dk2"/>
              </a:buClr>
              <a:buSzPts val="1300"/>
              <a:buFont typeface="Arial"/>
              <a:buNone/>
              <a:defRPr sz="1300"/>
            </a:lvl2pPr>
            <a:lvl3pPr indent="-228600" lvl="2" marL="1371600" algn="l">
              <a:spcBef>
                <a:spcPts val="220"/>
              </a:spcBef>
              <a:spcAft>
                <a:spcPts val="0"/>
              </a:spcAft>
              <a:buClr>
                <a:schemeClr val="dk1"/>
              </a:buClr>
              <a:buSzPts val="1100"/>
              <a:buFont typeface="Arial"/>
              <a:buNone/>
              <a:defRPr sz="11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spcBef>
                <a:spcPts val="200"/>
              </a:spcBef>
              <a:spcAft>
                <a:spcPts val="0"/>
              </a:spcAft>
              <a:buClr>
                <a:schemeClr val="dk1"/>
              </a:buClr>
              <a:buSzPts val="1000"/>
              <a:buFont typeface="Arial"/>
              <a:buNone/>
              <a:defRPr sz="1000"/>
            </a:lvl6pPr>
            <a:lvl7pPr indent="-228600" lvl="6" marL="3200400" algn="l">
              <a:spcBef>
                <a:spcPts val="200"/>
              </a:spcBef>
              <a:spcAft>
                <a:spcPts val="0"/>
              </a:spcAft>
              <a:buClr>
                <a:schemeClr val="dk1"/>
              </a:buClr>
              <a:buSzPts val="1000"/>
              <a:buFont typeface="Arial"/>
              <a:buNone/>
              <a:defRPr sz="1000"/>
            </a:lvl7pPr>
            <a:lvl8pPr indent="-228600" lvl="7" marL="3657600" algn="l">
              <a:spcBef>
                <a:spcPts val="200"/>
              </a:spcBef>
              <a:spcAft>
                <a:spcPts val="0"/>
              </a:spcAft>
              <a:buClr>
                <a:schemeClr val="dk1"/>
              </a:buClr>
              <a:buSzPts val="1000"/>
              <a:buFont typeface="Arial"/>
              <a:buNone/>
              <a:defRPr sz="1000"/>
            </a:lvl8pPr>
            <a:lvl9pPr indent="-228600" lvl="8" marL="4114800" algn="l">
              <a:spcBef>
                <a:spcPts val="200"/>
              </a:spcBef>
              <a:spcAft>
                <a:spcPts val="0"/>
              </a:spcAft>
              <a:buClr>
                <a:schemeClr val="dk1"/>
              </a:buClr>
              <a:buSzPts val="1000"/>
              <a:buFont typeface="Arial"/>
              <a:buNone/>
              <a:defRPr sz="1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8" name="Shape 48"/>
        <p:cNvGrpSpPr/>
        <p:nvPr/>
      </p:nvGrpSpPr>
      <p:grpSpPr>
        <a:xfrm>
          <a:off x="0" y="0"/>
          <a:ext cx="0" cy="0"/>
          <a:chOff x="0" y="0"/>
          <a:chExt cx="0" cy="0"/>
        </a:xfrm>
      </p:grpSpPr>
      <p:sp>
        <p:nvSpPr>
          <p:cNvPr id="49" name="Google Shape;49;p11"/>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11"/>
          <p:cNvSpPr txBox="1"/>
          <p:nvPr>
            <p:ph idx="1" type="body"/>
          </p:nvPr>
        </p:nvSpPr>
        <p:spPr>
          <a:xfrm>
            <a:off x="468312" y="4416425"/>
            <a:ext cx="6572250" cy="25206325"/>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
        <p:nvSpPr>
          <p:cNvPr id="52" name="Google Shape;52;p12"/>
          <p:cNvSpPr txBox="1"/>
          <p:nvPr>
            <p:ph type="ctrTitle"/>
          </p:nvPr>
        </p:nvSpPr>
        <p:spPr>
          <a:xfrm>
            <a:off x="1604226" y="9406996"/>
            <a:ext cx="18178355" cy="6489424"/>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12"/>
          <p:cNvSpPr txBox="1"/>
          <p:nvPr>
            <p:ph idx="1" type="subTitle"/>
          </p:nvPr>
        </p:nvSpPr>
        <p:spPr>
          <a:xfrm>
            <a:off x="3208444" y="17158252"/>
            <a:ext cx="14969912" cy="7739239"/>
          </a:xfrm>
          <a:prstGeom prst="rect">
            <a:avLst/>
          </a:prstGeom>
          <a:noFill/>
          <a:ln>
            <a:noFill/>
          </a:ln>
        </p:spPr>
        <p:txBody>
          <a:bodyPr anchorCtr="0" anchor="t" bIns="264625" lIns="264625" spcFirstLastPara="1" rIns="264625" wrap="square" tIns="264625">
            <a:noAutofit/>
          </a:bodyPr>
          <a:lstStyle>
            <a:lvl1pPr lvl="0" algn="ctr">
              <a:spcBef>
                <a:spcPts val="340"/>
              </a:spcBef>
              <a:spcAft>
                <a:spcPts val="0"/>
              </a:spcAft>
              <a:buClr>
                <a:schemeClr val="dk2"/>
              </a:buClr>
              <a:buSzPts val="1700"/>
              <a:buFont typeface="Arial"/>
              <a:buNone/>
              <a:defRPr/>
            </a:lvl1pPr>
            <a:lvl2pPr lvl="1" algn="ctr">
              <a:spcBef>
                <a:spcPts val="340"/>
              </a:spcBef>
              <a:spcAft>
                <a:spcPts val="0"/>
              </a:spcAft>
              <a:buClr>
                <a:schemeClr val="dk2"/>
              </a:buClr>
              <a:buSzPts val="1700"/>
              <a:buFont typeface="Arial"/>
              <a:buNone/>
              <a:defRPr/>
            </a:lvl2pPr>
            <a:lvl3pPr lvl="2" algn="ctr">
              <a:spcBef>
                <a:spcPts val="280"/>
              </a:spcBef>
              <a:spcAft>
                <a:spcPts val="0"/>
              </a:spcAft>
              <a:buClr>
                <a:schemeClr val="dk1"/>
              </a:buClr>
              <a:buSzPts val="1400"/>
              <a:buFont typeface="Arial"/>
              <a:buNone/>
              <a:defRPr/>
            </a:lvl3pPr>
            <a:lvl4pPr lvl="3" algn="ctr">
              <a:spcBef>
                <a:spcPts val="220"/>
              </a:spcBef>
              <a:spcAft>
                <a:spcPts val="0"/>
              </a:spcAft>
              <a:buClr>
                <a:schemeClr val="dk1"/>
              </a:buClr>
              <a:buSzPts val="1100"/>
              <a:buFont typeface="Arial"/>
              <a:buNone/>
              <a:defRPr/>
            </a:lvl4pPr>
            <a:lvl5pPr lvl="4" algn="ctr">
              <a:spcBef>
                <a:spcPts val="220"/>
              </a:spcBef>
              <a:spcAft>
                <a:spcPts val="0"/>
              </a:spcAft>
              <a:buClr>
                <a:schemeClr val="dk1"/>
              </a:buClr>
              <a:buSzPts val="1100"/>
              <a:buFont typeface="Arial"/>
              <a:buNone/>
              <a:defRPr/>
            </a:lvl5pPr>
            <a:lvl6pPr lvl="5" algn="ctr">
              <a:spcBef>
                <a:spcPts val="220"/>
              </a:spcBef>
              <a:spcAft>
                <a:spcPts val="0"/>
              </a:spcAft>
              <a:buClr>
                <a:schemeClr val="dk1"/>
              </a:buClr>
              <a:buSzPts val="1100"/>
              <a:buFont typeface="Arial"/>
              <a:buNone/>
              <a:defRPr/>
            </a:lvl6pPr>
            <a:lvl7pPr lvl="6" algn="ctr">
              <a:spcBef>
                <a:spcPts val="220"/>
              </a:spcBef>
              <a:spcAft>
                <a:spcPts val="0"/>
              </a:spcAft>
              <a:buClr>
                <a:schemeClr val="dk1"/>
              </a:buClr>
              <a:buSzPts val="1100"/>
              <a:buFont typeface="Arial"/>
              <a:buNone/>
              <a:defRPr/>
            </a:lvl7pPr>
            <a:lvl8pPr lvl="7" algn="ctr">
              <a:spcBef>
                <a:spcPts val="220"/>
              </a:spcBef>
              <a:spcAft>
                <a:spcPts val="0"/>
              </a:spcAft>
              <a:buClr>
                <a:schemeClr val="dk1"/>
              </a:buClr>
              <a:buSzPts val="1100"/>
              <a:buFont typeface="Arial"/>
              <a:buNone/>
              <a:defRPr/>
            </a:lvl8pPr>
            <a:lvl9pPr lvl="8" algn="ctr">
              <a:spcBef>
                <a:spcPts val="220"/>
              </a:spcBef>
              <a:spcAft>
                <a:spcPts val="0"/>
              </a:spcAft>
              <a:buClr>
                <a:schemeClr val="dk1"/>
              </a:buClr>
              <a:buSzPts val="1100"/>
              <a:buFont typeface="Arial"/>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3" name="Shape 63"/>
        <p:cNvGrpSpPr/>
        <p:nvPr/>
      </p:nvGrpSpPr>
      <p:grpSpPr>
        <a:xfrm>
          <a:off x="0" y="0"/>
          <a:ext cx="0" cy="0"/>
          <a:chOff x="0" y="0"/>
          <a:chExt cx="0" cy="0"/>
        </a:xfrm>
      </p:grpSpPr>
      <p:sp>
        <p:nvSpPr>
          <p:cNvPr id="64" name="Google Shape;64;p14"/>
          <p:cNvSpPr txBox="1"/>
          <p:nvPr>
            <p:ph type="title"/>
          </p:nvPr>
        </p:nvSpPr>
        <p:spPr>
          <a:xfrm rot="5400000">
            <a:off x="4116188" y="12841489"/>
            <a:ext cx="28450652" cy="5109745"/>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5" name="Google Shape;65;p14"/>
          <p:cNvSpPr txBox="1"/>
          <p:nvPr>
            <p:ph idx="1" type="body"/>
          </p:nvPr>
        </p:nvSpPr>
        <p:spPr>
          <a:xfrm rot="5400000">
            <a:off x="-6149043" y="7776541"/>
            <a:ext cx="28450652" cy="15239640"/>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5"/>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5"/>
          <p:cNvSpPr txBox="1"/>
          <p:nvPr>
            <p:ph idx="1" type="body"/>
          </p:nvPr>
        </p:nvSpPr>
        <p:spPr>
          <a:xfrm rot="5400000">
            <a:off x="-9714706" y="14602619"/>
            <a:ext cx="25203150" cy="4859337"/>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6"/>
          <p:cNvSpPr txBox="1"/>
          <p:nvPr>
            <p:ph type="title"/>
          </p:nvPr>
        </p:nvSpPr>
        <p:spPr>
          <a:xfrm>
            <a:off x="4192106" y="21196120"/>
            <a:ext cx="12831892" cy="2502300"/>
          </a:xfrm>
          <a:prstGeom prst="rect">
            <a:avLst/>
          </a:prstGeom>
          <a:noFill/>
          <a:ln>
            <a:noFill/>
          </a:ln>
        </p:spPr>
        <p:txBody>
          <a:bodyPr anchorCtr="0" anchor="b" bIns="26450" lIns="52900" spcFirstLastPara="1" rIns="52900" wrap="square" tIns="26450">
            <a:noAutofit/>
          </a:bodyPr>
          <a:lstStyle>
            <a:lvl1pPr lvl="0" algn="l">
              <a:spcBef>
                <a:spcPts val="0"/>
              </a:spcBef>
              <a:spcAft>
                <a:spcPts val="0"/>
              </a:spcAft>
              <a:buSzPts val="1400"/>
              <a:buNone/>
              <a:defRPr b="1"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6"/>
          <p:cNvSpPr/>
          <p:nvPr>
            <p:ph idx="2" type="pic"/>
          </p:nvPr>
        </p:nvSpPr>
        <p:spPr>
          <a:xfrm>
            <a:off x="4192106" y="2705265"/>
            <a:ext cx="12831892" cy="18167718"/>
          </a:xfrm>
          <a:prstGeom prst="rect">
            <a:avLst/>
          </a:prstGeom>
          <a:noFill/>
          <a:ln>
            <a:noFill/>
          </a:ln>
        </p:spPr>
      </p:sp>
      <p:sp>
        <p:nvSpPr>
          <p:cNvPr id="72" name="Google Shape;72;p16"/>
          <p:cNvSpPr txBox="1"/>
          <p:nvPr>
            <p:ph idx="1" type="body"/>
          </p:nvPr>
        </p:nvSpPr>
        <p:spPr>
          <a:xfrm>
            <a:off x="4192106" y="23698418"/>
            <a:ext cx="12831892" cy="3553161"/>
          </a:xfrm>
          <a:prstGeom prst="rect">
            <a:avLst/>
          </a:prstGeom>
          <a:noFill/>
          <a:ln>
            <a:noFill/>
          </a:ln>
        </p:spPr>
        <p:txBody>
          <a:bodyPr anchorCtr="0" anchor="t" bIns="264625" lIns="264625" spcFirstLastPara="1" rIns="264625" wrap="square" tIns="264625">
            <a:noAutofit/>
          </a:bodyPr>
          <a:lstStyle>
            <a:lvl1pPr indent="-228600" lvl="0" marL="457200" algn="l">
              <a:spcBef>
                <a:spcPts val="200"/>
              </a:spcBef>
              <a:spcAft>
                <a:spcPts val="0"/>
              </a:spcAft>
              <a:buClr>
                <a:schemeClr val="dk2"/>
              </a:buClr>
              <a:buSzPts val="1000"/>
              <a:buFont typeface="Arial"/>
              <a:buNone/>
              <a:defRPr sz="1000"/>
            </a:lvl1pPr>
            <a:lvl2pPr indent="-228600" lvl="1" marL="914400" algn="l">
              <a:spcBef>
                <a:spcPts val="160"/>
              </a:spcBef>
              <a:spcAft>
                <a:spcPts val="0"/>
              </a:spcAft>
              <a:buClr>
                <a:schemeClr val="dk2"/>
              </a:buClr>
              <a:buSzPts val="800"/>
              <a:buFont typeface="Arial"/>
              <a:buNone/>
              <a:defRPr sz="800"/>
            </a:lvl2pPr>
            <a:lvl3pPr indent="-228600" lvl="2" marL="1371600" algn="l">
              <a:spcBef>
                <a:spcPts val="140"/>
              </a:spcBef>
              <a:spcAft>
                <a:spcPts val="0"/>
              </a:spcAft>
              <a:buClr>
                <a:schemeClr val="dk1"/>
              </a:buClr>
              <a:buSzPts val="700"/>
              <a:buFont typeface="Arial"/>
              <a:buNone/>
              <a:defRPr sz="700"/>
            </a:lvl3pPr>
            <a:lvl4pPr indent="-228600" lvl="3" marL="1828800" algn="l">
              <a:spcBef>
                <a:spcPts val="120"/>
              </a:spcBef>
              <a:spcAft>
                <a:spcPts val="0"/>
              </a:spcAft>
              <a:buClr>
                <a:schemeClr val="dk1"/>
              </a:buClr>
              <a:buSzPts val="600"/>
              <a:buFont typeface="Arial"/>
              <a:buNone/>
              <a:defRPr sz="600"/>
            </a:lvl4pPr>
            <a:lvl5pPr indent="-228600" lvl="4" marL="2286000" algn="l">
              <a:spcBef>
                <a:spcPts val="120"/>
              </a:spcBef>
              <a:spcAft>
                <a:spcPts val="0"/>
              </a:spcAft>
              <a:buClr>
                <a:schemeClr val="dk1"/>
              </a:buClr>
              <a:buSzPts val="600"/>
              <a:buFont typeface="Arial"/>
              <a:buNone/>
              <a:defRPr sz="600"/>
            </a:lvl5pPr>
            <a:lvl6pPr indent="-228600" lvl="5" marL="2743200" algn="l">
              <a:spcBef>
                <a:spcPts val="120"/>
              </a:spcBef>
              <a:spcAft>
                <a:spcPts val="0"/>
              </a:spcAft>
              <a:buClr>
                <a:schemeClr val="dk1"/>
              </a:buClr>
              <a:buSzPts val="600"/>
              <a:buFont typeface="Arial"/>
              <a:buNone/>
              <a:defRPr sz="600"/>
            </a:lvl6pPr>
            <a:lvl7pPr indent="-228600" lvl="6" marL="3200400" algn="l">
              <a:spcBef>
                <a:spcPts val="120"/>
              </a:spcBef>
              <a:spcAft>
                <a:spcPts val="0"/>
              </a:spcAft>
              <a:buClr>
                <a:schemeClr val="dk1"/>
              </a:buClr>
              <a:buSzPts val="600"/>
              <a:buFont typeface="Arial"/>
              <a:buNone/>
              <a:defRPr sz="600"/>
            </a:lvl7pPr>
            <a:lvl8pPr indent="-228600" lvl="7" marL="3657600" algn="l">
              <a:spcBef>
                <a:spcPts val="120"/>
              </a:spcBef>
              <a:spcAft>
                <a:spcPts val="0"/>
              </a:spcAft>
              <a:buClr>
                <a:schemeClr val="dk1"/>
              </a:buClr>
              <a:buSzPts val="600"/>
              <a:buFont typeface="Arial"/>
              <a:buNone/>
              <a:defRPr sz="600"/>
            </a:lvl8pPr>
            <a:lvl9pPr indent="-228600" lvl="8" marL="4114800" algn="l">
              <a:spcBef>
                <a:spcPts val="120"/>
              </a:spcBef>
              <a:spcAft>
                <a:spcPts val="0"/>
              </a:spcAft>
              <a:buClr>
                <a:schemeClr val="dk1"/>
              </a:buClr>
              <a:buSzPts val="600"/>
              <a:buFont typeface="Arial"/>
              <a:buNone/>
              <a:defRPr sz="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3" name="Shape 73"/>
        <p:cNvGrpSpPr/>
        <p:nvPr/>
      </p:nvGrpSpPr>
      <p:grpSpPr>
        <a:xfrm>
          <a:off x="0" y="0"/>
          <a:ext cx="0" cy="0"/>
          <a:chOff x="0" y="0"/>
          <a:chExt cx="0" cy="0"/>
        </a:xfrm>
      </p:grpSpPr>
      <p:sp>
        <p:nvSpPr>
          <p:cNvPr id="74" name="Google Shape;74;p17"/>
          <p:cNvSpPr txBox="1"/>
          <p:nvPr>
            <p:ph type="title"/>
          </p:nvPr>
        </p:nvSpPr>
        <p:spPr>
          <a:xfrm>
            <a:off x="1069481" y="1205752"/>
            <a:ext cx="7035566" cy="5130116"/>
          </a:xfrm>
          <a:prstGeom prst="rect">
            <a:avLst/>
          </a:prstGeom>
          <a:noFill/>
          <a:ln>
            <a:noFill/>
          </a:ln>
        </p:spPr>
        <p:txBody>
          <a:bodyPr anchorCtr="0" anchor="b" bIns="26450" lIns="52900" spcFirstLastPara="1" rIns="52900" wrap="square" tIns="26450">
            <a:noAutofit/>
          </a:bodyPr>
          <a:lstStyle>
            <a:lvl1pPr lvl="0" algn="l">
              <a:spcBef>
                <a:spcPts val="0"/>
              </a:spcBef>
              <a:spcAft>
                <a:spcPts val="0"/>
              </a:spcAft>
              <a:buSzPts val="1400"/>
              <a:buNone/>
              <a:defRPr b="1"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17"/>
          <p:cNvSpPr txBox="1"/>
          <p:nvPr>
            <p:ph idx="1" type="body"/>
          </p:nvPr>
        </p:nvSpPr>
        <p:spPr>
          <a:xfrm>
            <a:off x="8361572" y="1205753"/>
            <a:ext cx="11955747" cy="25842864"/>
          </a:xfrm>
          <a:prstGeom prst="rect">
            <a:avLst/>
          </a:prstGeom>
          <a:noFill/>
          <a:ln>
            <a:noFill/>
          </a:ln>
        </p:spPr>
        <p:txBody>
          <a:bodyPr anchorCtr="0" anchor="t" bIns="264625" lIns="264625" spcFirstLastPara="1" rIns="264625" wrap="square" tIns="264625">
            <a:noAutofit/>
          </a:bodyPr>
          <a:lstStyle>
            <a:lvl1pPr indent="-374650" lvl="0" marL="457200" algn="l">
              <a:spcBef>
                <a:spcPts val="460"/>
              </a:spcBef>
              <a:spcAft>
                <a:spcPts val="0"/>
              </a:spcAft>
              <a:buClr>
                <a:schemeClr val="dk2"/>
              </a:buClr>
              <a:buSzPts val="2300"/>
              <a:buFont typeface="Arial"/>
              <a:buChar char="•"/>
              <a:defRPr sz="2300"/>
            </a:lvl1pPr>
            <a:lvl2pPr indent="-355600" lvl="1" marL="914400" algn="l">
              <a:spcBef>
                <a:spcPts val="400"/>
              </a:spcBef>
              <a:spcAft>
                <a:spcPts val="0"/>
              </a:spcAft>
              <a:buClr>
                <a:schemeClr val="dk2"/>
              </a:buClr>
              <a:buSzPts val="2000"/>
              <a:buFont typeface="Arial"/>
              <a:buChar char="–"/>
              <a:defRPr sz="2000"/>
            </a:lvl2pPr>
            <a:lvl3pPr indent="-336550" lvl="2" marL="1371600" algn="l">
              <a:spcBef>
                <a:spcPts val="340"/>
              </a:spcBef>
              <a:spcAft>
                <a:spcPts val="0"/>
              </a:spcAft>
              <a:buClr>
                <a:schemeClr val="dk1"/>
              </a:buClr>
              <a:buSzPts val="1700"/>
              <a:buFont typeface="Arial"/>
              <a:buChar char="•"/>
              <a:defRPr sz="1700"/>
            </a:lvl3pPr>
            <a:lvl4pPr indent="-317500" lvl="3" marL="1828800" algn="l">
              <a:spcBef>
                <a:spcPts val="280"/>
              </a:spcBef>
              <a:spcAft>
                <a:spcPts val="0"/>
              </a:spcAft>
              <a:buClr>
                <a:schemeClr val="dk1"/>
              </a:buClr>
              <a:buSzPts val="1400"/>
              <a:buFont typeface="Arial"/>
              <a:buChar char="–"/>
              <a:defRPr sz="1400"/>
            </a:lvl4pPr>
            <a:lvl5pPr indent="-317500" lvl="4" marL="2286000" algn="l">
              <a:spcBef>
                <a:spcPts val="280"/>
              </a:spcBef>
              <a:spcAft>
                <a:spcPts val="0"/>
              </a:spcAft>
              <a:buClr>
                <a:schemeClr val="dk1"/>
              </a:buClr>
              <a:buSzPts val="1400"/>
              <a:buFont typeface="Arial"/>
              <a:buChar char="»"/>
              <a:defRPr sz="1400"/>
            </a:lvl5pPr>
            <a:lvl6pPr indent="-317500" lvl="5" marL="2743200" algn="l">
              <a:spcBef>
                <a:spcPts val="280"/>
              </a:spcBef>
              <a:spcAft>
                <a:spcPts val="0"/>
              </a:spcAft>
              <a:buClr>
                <a:schemeClr val="dk1"/>
              </a:buClr>
              <a:buSzPts val="1400"/>
              <a:buFont typeface="Arial"/>
              <a:buChar char="»"/>
              <a:defRPr sz="1400"/>
            </a:lvl6pPr>
            <a:lvl7pPr indent="-317500" lvl="6" marL="3200400" algn="l">
              <a:spcBef>
                <a:spcPts val="280"/>
              </a:spcBef>
              <a:spcAft>
                <a:spcPts val="0"/>
              </a:spcAft>
              <a:buClr>
                <a:schemeClr val="dk1"/>
              </a:buClr>
              <a:buSzPts val="1400"/>
              <a:buFont typeface="Arial"/>
              <a:buChar char="»"/>
              <a:defRPr sz="1400"/>
            </a:lvl7pPr>
            <a:lvl8pPr indent="-317500" lvl="7" marL="3657600" algn="l">
              <a:spcBef>
                <a:spcPts val="280"/>
              </a:spcBef>
              <a:spcAft>
                <a:spcPts val="0"/>
              </a:spcAft>
              <a:buClr>
                <a:schemeClr val="dk1"/>
              </a:buClr>
              <a:buSzPts val="1400"/>
              <a:buFont typeface="Arial"/>
              <a:buChar char="»"/>
              <a:defRPr sz="1400"/>
            </a:lvl8pPr>
            <a:lvl9pPr indent="-317500" lvl="8" marL="4114800" algn="l">
              <a:spcBef>
                <a:spcPts val="280"/>
              </a:spcBef>
              <a:spcAft>
                <a:spcPts val="0"/>
              </a:spcAft>
              <a:buClr>
                <a:schemeClr val="dk1"/>
              </a:buClr>
              <a:buSzPts val="1400"/>
              <a:buFont typeface="Arial"/>
              <a:buChar char="»"/>
              <a:defRPr sz="1400"/>
            </a:lvl9pPr>
          </a:lstStyle>
          <a:p/>
        </p:txBody>
      </p:sp>
      <p:sp>
        <p:nvSpPr>
          <p:cNvPr id="76" name="Google Shape;76;p17"/>
          <p:cNvSpPr txBox="1"/>
          <p:nvPr>
            <p:ph idx="2" type="body"/>
          </p:nvPr>
        </p:nvSpPr>
        <p:spPr>
          <a:xfrm>
            <a:off x="1069481" y="6335870"/>
            <a:ext cx="7035566" cy="20712747"/>
          </a:xfrm>
          <a:prstGeom prst="rect">
            <a:avLst/>
          </a:prstGeom>
          <a:noFill/>
          <a:ln>
            <a:noFill/>
          </a:ln>
        </p:spPr>
        <p:txBody>
          <a:bodyPr anchorCtr="0" anchor="t" bIns="264625" lIns="264625" spcFirstLastPara="1" rIns="264625" wrap="square" tIns="264625">
            <a:noAutofit/>
          </a:bodyPr>
          <a:lstStyle>
            <a:lvl1pPr indent="-228600" lvl="0" marL="457200" algn="l">
              <a:spcBef>
                <a:spcPts val="200"/>
              </a:spcBef>
              <a:spcAft>
                <a:spcPts val="0"/>
              </a:spcAft>
              <a:buClr>
                <a:schemeClr val="dk2"/>
              </a:buClr>
              <a:buSzPts val="1000"/>
              <a:buFont typeface="Arial"/>
              <a:buNone/>
              <a:defRPr sz="1000"/>
            </a:lvl1pPr>
            <a:lvl2pPr indent="-228600" lvl="1" marL="914400" algn="l">
              <a:spcBef>
                <a:spcPts val="160"/>
              </a:spcBef>
              <a:spcAft>
                <a:spcPts val="0"/>
              </a:spcAft>
              <a:buClr>
                <a:schemeClr val="dk2"/>
              </a:buClr>
              <a:buSzPts val="800"/>
              <a:buFont typeface="Arial"/>
              <a:buNone/>
              <a:defRPr sz="800"/>
            </a:lvl2pPr>
            <a:lvl3pPr indent="-228600" lvl="2" marL="1371600" algn="l">
              <a:spcBef>
                <a:spcPts val="140"/>
              </a:spcBef>
              <a:spcAft>
                <a:spcPts val="0"/>
              </a:spcAft>
              <a:buClr>
                <a:schemeClr val="dk1"/>
              </a:buClr>
              <a:buSzPts val="700"/>
              <a:buFont typeface="Arial"/>
              <a:buNone/>
              <a:defRPr sz="700"/>
            </a:lvl3pPr>
            <a:lvl4pPr indent="-228600" lvl="3" marL="1828800" algn="l">
              <a:spcBef>
                <a:spcPts val="120"/>
              </a:spcBef>
              <a:spcAft>
                <a:spcPts val="0"/>
              </a:spcAft>
              <a:buClr>
                <a:schemeClr val="dk1"/>
              </a:buClr>
              <a:buSzPts val="600"/>
              <a:buFont typeface="Arial"/>
              <a:buNone/>
              <a:defRPr sz="600"/>
            </a:lvl4pPr>
            <a:lvl5pPr indent="-228600" lvl="4" marL="2286000" algn="l">
              <a:spcBef>
                <a:spcPts val="120"/>
              </a:spcBef>
              <a:spcAft>
                <a:spcPts val="0"/>
              </a:spcAft>
              <a:buClr>
                <a:schemeClr val="dk1"/>
              </a:buClr>
              <a:buSzPts val="600"/>
              <a:buFont typeface="Arial"/>
              <a:buNone/>
              <a:defRPr sz="600"/>
            </a:lvl5pPr>
            <a:lvl6pPr indent="-228600" lvl="5" marL="2743200" algn="l">
              <a:spcBef>
                <a:spcPts val="120"/>
              </a:spcBef>
              <a:spcAft>
                <a:spcPts val="0"/>
              </a:spcAft>
              <a:buClr>
                <a:schemeClr val="dk1"/>
              </a:buClr>
              <a:buSzPts val="600"/>
              <a:buFont typeface="Arial"/>
              <a:buNone/>
              <a:defRPr sz="600"/>
            </a:lvl6pPr>
            <a:lvl7pPr indent="-228600" lvl="6" marL="3200400" algn="l">
              <a:spcBef>
                <a:spcPts val="120"/>
              </a:spcBef>
              <a:spcAft>
                <a:spcPts val="0"/>
              </a:spcAft>
              <a:buClr>
                <a:schemeClr val="dk1"/>
              </a:buClr>
              <a:buSzPts val="600"/>
              <a:buFont typeface="Arial"/>
              <a:buNone/>
              <a:defRPr sz="600"/>
            </a:lvl7pPr>
            <a:lvl8pPr indent="-228600" lvl="7" marL="3657600" algn="l">
              <a:spcBef>
                <a:spcPts val="120"/>
              </a:spcBef>
              <a:spcAft>
                <a:spcPts val="0"/>
              </a:spcAft>
              <a:buClr>
                <a:schemeClr val="dk1"/>
              </a:buClr>
              <a:buSzPts val="600"/>
              <a:buFont typeface="Arial"/>
              <a:buNone/>
              <a:defRPr sz="600"/>
            </a:lvl8pPr>
            <a:lvl9pPr indent="-228600" lvl="8" marL="4114800" algn="l">
              <a:spcBef>
                <a:spcPts val="120"/>
              </a:spcBef>
              <a:spcAft>
                <a:spcPts val="0"/>
              </a:spcAft>
              <a:buClr>
                <a:schemeClr val="dk1"/>
              </a:buClr>
              <a:buSzPts val="600"/>
              <a:buFont typeface="Arial"/>
              <a:buNone/>
              <a:defRPr sz="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19"/>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 name="Shape 80"/>
        <p:cNvGrpSpPr/>
        <p:nvPr/>
      </p:nvGrpSpPr>
      <p:grpSpPr>
        <a:xfrm>
          <a:off x="0" y="0"/>
          <a:ext cx="0" cy="0"/>
          <a:chOff x="0" y="0"/>
          <a:chExt cx="0" cy="0"/>
        </a:xfrm>
      </p:grpSpPr>
      <p:sp>
        <p:nvSpPr>
          <p:cNvPr id="81" name="Google Shape;81;p20"/>
          <p:cNvSpPr txBox="1"/>
          <p:nvPr>
            <p:ph type="title"/>
          </p:nvPr>
        </p:nvSpPr>
        <p:spPr>
          <a:xfrm>
            <a:off x="1069483" y="1212427"/>
            <a:ext cx="19247837" cy="5047330"/>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2" name="Google Shape;82;p20"/>
          <p:cNvSpPr txBox="1"/>
          <p:nvPr>
            <p:ph idx="1" type="body"/>
          </p:nvPr>
        </p:nvSpPr>
        <p:spPr>
          <a:xfrm>
            <a:off x="1069481" y="6777843"/>
            <a:ext cx="9448973" cy="2825436"/>
          </a:xfrm>
          <a:prstGeom prst="rect">
            <a:avLst/>
          </a:prstGeom>
          <a:noFill/>
          <a:ln>
            <a:noFill/>
          </a:ln>
        </p:spPr>
        <p:txBody>
          <a:bodyPr anchorCtr="0" anchor="b" bIns="264625" lIns="264625" spcFirstLastPara="1" rIns="264625" wrap="square" tIns="264625">
            <a:noAutofit/>
          </a:bodyPr>
          <a:lstStyle>
            <a:lvl1pPr indent="-228600" lvl="0" marL="457200" algn="l">
              <a:spcBef>
                <a:spcPts val="340"/>
              </a:spcBef>
              <a:spcAft>
                <a:spcPts val="0"/>
              </a:spcAft>
              <a:buClr>
                <a:schemeClr val="dk2"/>
              </a:buClr>
              <a:buSzPts val="1700"/>
              <a:buFont typeface="Arial"/>
              <a:buNone/>
              <a:defRPr b="1" sz="1700"/>
            </a:lvl1pPr>
            <a:lvl2pPr indent="-228600" lvl="1" marL="914400" algn="l">
              <a:spcBef>
                <a:spcPts val="280"/>
              </a:spcBef>
              <a:spcAft>
                <a:spcPts val="0"/>
              </a:spcAft>
              <a:buClr>
                <a:schemeClr val="dk2"/>
              </a:buClr>
              <a:buSzPts val="1400"/>
              <a:buFont typeface="Arial"/>
              <a:buNone/>
              <a:defRPr b="1" sz="1400"/>
            </a:lvl2pPr>
            <a:lvl3pPr indent="-228600" lvl="2" marL="1371600" algn="l">
              <a:spcBef>
                <a:spcPts val="260"/>
              </a:spcBef>
              <a:spcAft>
                <a:spcPts val="0"/>
              </a:spcAft>
              <a:buClr>
                <a:schemeClr val="dk1"/>
              </a:buClr>
              <a:buSzPts val="1300"/>
              <a:buFont typeface="Arial"/>
              <a:buNone/>
              <a:defRPr b="1" sz="1300"/>
            </a:lvl3pPr>
            <a:lvl4pPr indent="-228600" lvl="3" marL="1828800" algn="l">
              <a:spcBef>
                <a:spcPts val="220"/>
              </a:spcBef>
              <a:spcAft>
                <a:spcPts val="0"/>
              </a:spcAft>
              <a:buClr>
                <a:schemeClr val="dk1"/>
              </a:buClr>
              <a:buSzPts val="1100"/>
              <a:buFont typeface="Arial"/>
              <a:buNone/>
              <a:defRPr b="1" sz="1100"/>
            </a:lvl4pPr>
            <a:lvl5pPr indent="-228600" lvl="4" marL="2286000" algn="l">
              <a:spcBef>
                <a:spcPts val="220"/>
              </a:spcBef>
              <a:spcAft>
                <a:spcPts val="0"/>
              </a:spcAft>
              <a:buClr>
                <a:schemeClr val="dk1"/>
              </a:buClr>
              <a:buSzPts val="1100"/>
              <a:buFont typeface="Arial"/>
              <a:buNone/>
              <a:defRPr b="1" sz="1100"/>
            </a:lvl5pPr>
            <a:lvl6pPr indent="-228600" lvl="5" marL="2743200" algn="l">
              <a:spcBef>
                <a:spcPts val="220"/>
              </a:spcBef>
              <a:spcAft>
                <a:spcPts val="0"/>
              </a:spcAft>
              <a:buClr>
                <a:schemeClr val="dk1"/>
              </a:buClr>
              <a:buSzPts val="1100"/>
              <a:buFont typeface="Arial"/>
              <a:buNone/>
              <a:defRPr b="1" sz="1100"/>
            </a:lvl6pPr>
            <a:lvl7pPr indent="-228600" lvl="6" marL="3200400" algn="l">
              <a:spcBef>
                <a:spcPts val="220"/>
              </a:spcBef>
              <a:spcAft>
                <a:spcPts val="0"/>
              </a:spcAft>
              <a:buClr>
                <a:schemeClr val="dk1"/>
              </a:buClr>
              <a:buSzPts val="1100"/>
              <a:buFont typeface="Arial"/>
              <a:buNone/>
              <a:defRPr b="1" sz="1100"/>
            </a:lvl7pPr>
            <a:lvl8pPr indent="-228600" lvl="7" marL="3657600" algn="l">
              <a:spcBef>
                <a:spcPts val="220"/>
              </a:spcBef>
              <a:spcAft>
                <a:spcPts val="0"/>
              </a:spcAft>
              <a:buClr>
                <a:schemeClr val="dk1"/>
              </a:buClr>
              <a:buSzPts val="1100"/>
              <a:buFont typeface="Arial"/>
              <a:buNone/>
              <a:defRPr b="1" sz="1100"/>
            </a:lvl8pPr>
            <a:lvl9pPr indent="-228600" lvl="8" marL="4114800" algn="l">
              <a:spcBef>
                <a:spcPts val="220"/>
              </a:spcBef>
              <a:spcAft>
                <a:spcPts val="0"/>
              </a:spcAft>
              <a:buClr>
                <a:schemeClr val="dk1"/>
              </a:buClr>
              <a:buSzPts val="1100"/>
              <a:buFont typeface="Arial"/>
              <a:buNone/>
              <a:defRPr b="1" sz="1100"/>
            </a:lvl9pPr>
          </a:lstStyle>
          <a:p/>
        </p:txBody>
      </p:sp>
      <p:sp>
        <p:nvSpPr>
          <p:cNvPr id="83" name="Google Shape;83;p20"/>
          <p:cNvSpPr txBox="1"/>
          <p:nvPr>
            <p:ph idx="2" type="body"/>
          </p:nvPr>
        </p:nvSpPr>
        <p:spPr>
          <a:xfrm>
            <a:off x="1069481" y="9603281"/>
            <a:ext cx="9448973" cy="17445336"/>
          </a:xfrm>
          <a:prstGeom prst="rect">
            <a:avLst/>
          </a:prstGeom>
          <a:noFill/>
          <a:ln>
            <a:noFill/>
          </a:ln>
        </p:spPr>
        <p:txBody>
          <a:bodyPr anchorCtr="0" anchor="t" bIns="264625" lIns="264625" spcFirstLastPara="1" rIns="264625" wrap="square" tIns="264625">
            <a:noAutofit/>
          </a:bodyPr>
          <a:lstStyle>
            <a:lvl1pPr indent="-336550" lvl="0" marL="457200" algn="l">
              <a:spcBef>
                <a:spcPts val="340"/>
              </a:spcBef>
              <a:spcAft>
                <a:spcPts val="0"/>
              </a:spcAft>
              <a:buClr>
                <a:schemeClr val="dk2"/>
              </a:buClr>
              <a:buSzPts val="1700"/>
              <a:buFont typeface="Arial"/>
              <a:buChar char="•"/>
              <a:defRPr sz="1700"/>
            </a:lvl1pPr>
            <a:lvl2pPr indent="-317500" lvl="1" marL="914400" algn="l">
              <a:spcBef>
                <a:spcPts val="280"/>
              </a:spcBef>
              <a:spcAft>
                <a:spcPts val="0"/>
              </a:spcAft>
              <a:buClr>
                <a:schemeClr val="dk2"/>
              </a:buClr>
              <a:buSzPts val="1400"/>
              <a:buFont typeface="Arial"/>
              <a:buChar char="–"/>
              <a:defRPr sz="1400"/>
            </a:lvl2pPr>
            <a:lvl3pPr indent="-311150" lvl="2" marL="1371600" algn="l">
              <a:spcBef>
                <a:spcPts val="260"/>
              </a:spcBef>
              <a:spcAft>
                <a:spcPts val="0"/>
              </a:spcAft>
              <a:buClr>
                <a:schemeClr val="dk1"/>
              </a:buClr>
              <a:buSzPts val="1300"/>
              <a:buFont typeface="Arial"/>
              <a:buChar char="•"/>
              <a:defRPr sz="1300"/>
            </a:lvl3pPr>
            <a:lvl4pPr indent="-298450" lvl="3" marL="1828800" algn="l">
              <a:spcBef>
                <a:spcPts val="220"/>
              </a:spcBef>
              <a:spcAft>
                <a:spcPts val="0"/>
              </a:spcAft>
              <a:buClr>
                <a:schemeClr val="dk1"/>
              </a:buClr>
              <a:buSzPts val="1100"/>
              <a:buFont typeface="Arial"/>
              <a:buChar char="–"/>
              <a:defRPr sz="1100"/>
            </a:lvl4pPr>
            <a:lvl5pPr indent="-298450" lvl="4" marL="2286000" algn="l">
              <a:spcBef>
                <a:spcPts val="220"/>
              </a:spcBef>
              <a:spcAft>
                <a:spcPts val="0"/>
              </a:spcAft>
              <a:buClr>
                <a:schemeClr val="dk1"/>
              </a:buClr>
              <a:buSzPts val="1100"/>
              <a:buFont typeface="Arial"/>
              <a:buChar char="»"/>
              <a:defRPr sz="1100"/>
            </a:lvl5pPr>
            <a:lvl6pPr indent="-298450" lvl="5" marL="2743200" algn="l">
              <a:spcBef>
                <a:spcPts val="220"/>
              </a:spcBef>
              <a:spcAft>
                <a:spcPts val="0"/>
              </a:spcAft>
              <a:buClr>
                <a:schemeClr val="dk1"/>
              </a:buClr>
              <a:buSzPts val="1100"/>
              <a:buFont typeface="Arial"/>
              <a:buChar char="»"/>
              <a:defRPr sz="1100"/>
            </a:lvl6pPr>
            <a:lvl7pPr indent="-298450" lvl="6" marL="3200400" algn="l">
              <a:spcBef>
                <a:spcPts val="220"/>
              </a:spcBef>
              <a:spcAft>
                <a:spcPts val="0"/>
              </a:spcAft>
              <a:buClr>
                <a:schemeClr val="dk1"/>
              </a:buClr>
              <a:buSzPts val="1100"/>
              <a:buFont typeface="Arial"/>
              <a:buChar char="»"/>
              <a:defRPr sz="1100"/>
            </a:lvl7pPr>
            <a:lvl8pPr indent="-298450" lvl="7" marL="3657600" algn="l">
              <a:spcBef>
                <a:spcPts val="220"/>
              </a:spcBef>
              <a:spcAft>
                <a:spcPts val="0"/>
              </a:spcAft>
              <a:buClr>
                <a:schemeClr val="dk1"/>
              </a:buClr>
              <a:buSzPts val="1100"/>
              <a:buFont typeface="Arial"/>
              <a:buChar char="»"/>
              <a:defRPr sz="1100"/>
            </a:lvl8pPr>
            <a:lvl9pPr indent="-298450" lvl="8" marL="4114800" algn="l">
              <a:spcBef>
                <a:spcPts val="220"/>
              </a:spcBef>
              <a:spcAft>
                <a:spcPts val="0"/>
              </a:spcAft>
              <a:buClr>
                <a:schemeClr val="dk1"/>
              </a:buClr>
              <a:buSzPts val="1100"/>
              <a:buFont typeface="Arial"/>
              <a:buChar char="»"/>
              <a:defRPr sz="1100"/>
            </a:lvl9pPr>
          </a:lstStyle>
          <a:p/>
        </p:txBody>
      </p:sp>
      <p:sp>
        <p:nvSpPr>
          <p:cNvPr id="84" name="Google Shape;84;p20"/>
          <p:cNvSpPr txBox="1"/>
          <p:nvPr>
            <p:ph idx="3" type="body"/>
          </p:nvPr>
        </p:nvSpPr>
        <p:spPr>
          <a:xfrm>
            <a:off x="10864574" y="6777843"/>
            <a:ext cx="9452745" cy="2825436"/>
          </a:xfrm>
          <a:prstGeom prst="rect">
            <a:avLst/>
          </a:prstGeom>
          <a:noFill/>
          <a:ln>
            <a:noFill/>
          </a:ln>
        </p:spPr>
        <p:txBody>
          <a:bodyPr anchorCtr="0" anchor="b" bIns="264625" lIns="264625" spcFirstLastPara="1" rIns="264625" wrap="square" tIns="264625">
            <a:noAutofit/>
          </a:bodyPr>
          <a:lstStyle>
            <a:lvl1pPr indent="-228600" lvl="0" marL="457200" algn="l">
              <a:spcBef>
                <a:spcPts val="340"/>
              </a:spcBef>
              <a:spcAft>
                <a:spcPts val="0"/>
              </a:spcAft>
              <a:buClr>
                <a:schemeClr val="dk2"/>
              </a:buClr>
              <a:buSzPts val="1700"/>
              <a:buFont typeface="Arial"/>
              <a:buNone/>
              <a:defRPr b="1" sz="1700"/>
            </a:lvl1pPr>
            <a:lvl2pPr indent="-228600" lvl="1" marL="914400" algn="l">
              <a:spcBef>
                <a:spcPts val="280"/>
              </a:spcBef>
              <a:spcAft>
                <a:spcPts val="0"/>
              </a:spcAft>
              <a:buClr>
                <a:schemeClr val="dk2"/>
              </a:buClr>
              <a:buSzPts val="1400"/>
              <a:buFont typeface="Arial"/>
              <a:buNone/>
              <a:defRPr b="1" sz="1400"/>
            </a:lvl2pPr>
            <a:lvl3pPr indent="-228600" lvl="2" marL="1371600" algn="l">
              <a:spcBef>
                <a:spcPts val="260"/>
              </a:spcBef>
              <a:spcAft>
                <a:spcPts val="0"/>
              </a:spcAft>
              <a:buClr>
                <a:schemeClr val="dk1"/>
              </a:buClr>
              <a:buSzPts val="1300"/>
              <a:buFont typeface="Arial"/>
              <a:buNone/>
              <a:defRPr b="1" sz="1300"/>
            </a:lvl3pPr>
            <a:lvl4pPr indent="-228600" lvl="3" marL="1828800" algn="l">
              <a:spcBef>
                <a:spcPts val="220"/>
              </a:spcBef>
              <a:spcAft>
                <a:spcPts val="0"/>
              </a:spcAft>
              <a:buClr>
                <a:schemeClr val="dk1"/>
              </a:buClr>
              <a:buSzPts val="1100"/>
              <a:buFont typeface="Arial"/>
              <a:buNone/>
              <a:defRPr b="1" sz="1100"/>
            </a:lvl4pPr>
            <a:lvl5pPr indent="-228600" lvl="4" marL="2286000" algn="l">
              <a:spcBef>
                <a:spcPts val="220"/>
              </a:spcBef>
              <a:spcAft>
                <a:spcPts val="0"/>
              </a:spcAft>
              <a:buClr>
                <a:schemeClr val="dk1"/>
              </a:buClr>
              <a:buSzPts val="1100"/>
              <a:buFont typeface="Arial"/>
              <a:buNone/>
              <a:defRPr b="1" sz="1100"/>
            </a:lvl5pPr>
            <a:lvl6pPr indent="-228600" lvl="5" marL="2743200" algn="l">
              <a:spcBef>
                <a:spcPts val="220"/>
              </a:spcBef>
              <a:spcAft>
                <a:spcPts val="0"/>
              </a:spcAft>
              <a:buClr>
                <a:schemeClr val="dk1"/>
              </a:buClr>
              <a:buSzPts val="1100"/>
              <a:buFont typeface="Arial"/>
              <a:buNone/>
              <a:defRPr b="1" sz="1100"/>
            </a:lvl6pPr>
            <a:lvl7pPr indent="-228600" lvl="6" marL="3200400" algn="l">
              <a:spcBef>
                <a:spcPts val="220"/>
              </a:spcBef>
              <a:spcAft>
                <a:spcPts val="0"/>
              </a:spcAft>
              <a:buClr>
                <a:schemeClr val="dk1"/>
              </a:buClr>
              <a:buSzPts val="1100"/>
              <a:buFont typeface="Arial"/>
              <a:buNone/>
              <a:defRPr b="1" sz="1100"/>
            </a:lvl7pPr>
            <a:lvl8pPr indent="-228600" lvl="7" marL="3657600" algn="l">
              <a:spcBef>
                <a:spcPts val="220"/>
              </a:spcBef>
              <a:spcAft>
                <a:spcPts val="0"/>
              </a:spcAft>
              <a:buClr>
                <a:schemeClr val="dk1"/>
              </a:buClr>
              <a:buSzPts val="1100"/>
              <a:buFont typeface="Arial"/>
              <a:buNone/>
              <a:defRPr b="1" sz="1100"/>
            </a:lvl8pPr>
            <a:lvl9pPr indent="-228600" lvl="8" marL="4114800" algn="l">
              <a:spcBef>
                <a:spcPts val="220"/>
              </a:spcBef>
              <a:spcAft>
                <a:spcPts val="0"/>
              </a:spcAft>
              <a:buClr>
                <a:schemeClr val="dk1"/>
              </a:buClr>
              <a:buSzPts val="1100"/>
              <a:buFont typeface="Arial"/>
              <a:buNone/>
              <a:defRPr b="1" sz="1100"/>
            </a:lvl9pPr>
          </a:lstStyle>
          <a:p/>
        </p:txBody>
      </p:sp>
      <p:sp>
        <p:nvSpPr>
          <p:cNvPr id="85" name="Google Shape;85;p20"/>
          <p:cNvSpPr txBox="1"/>
          <p:nvPr>
            <p:ph idx="4" type="body"/>
          </p:nvPr>
        </p:nvSpPr>
        <p:spPr>
          <a:xfrm>
            <a:off x="10864574" y="9603281"/>
            <a:ext cx="9452745" cy="17445336"/>
          </a:xfrm>
          <a:prstGeom prst="rect">
            <a:avLst/>
          </a:prstGeom>
          <a:noFill/>
          <a:ln>
            <a:noFill/>
          </a:ln>
        </p:spPr>
        <p:txBody>
          <a:bodyPr anchorCtr="0" anchor="t" bIns="264625" lIns="264625" spcFirstLastPara="1" rIns="264625" wrap="square" tIns="264625">
            <a:noAutofit/>
          </a:bodyPr>
          <a:lstStyle>
            <a:lvl1pPr indent="-336550" lvl="0" marL="457200" algn="l">
              <a:spcBef>
                <a:spcPts val="340"/>
              </a:spcBef>
              <a:spcAft>
                <a:spcPts val="0"/>
              </a:spcAft>
              <a:buClr>
                <a:schemeClr val="dk2"/>
              </a:buClr>
              <a:buSzPts val="1700"/>
              <a:buFont typeface="Arial"/>
              <a:buChar char="•"/>
              <a:defRPr sz="1700"/>
            </a:lvl1pPr>
            <a:lvl2pPr indent="-317500" lvl="1" marL="914400" algn="l">
              <a:spcBef>
                <a:spcPts val="280"/>
              </a:spcBef>
              <a:spcAft>
                <a:spcPts val="0"/>
              </a:spcAft>
              <a:buClr>
                <a:schemeClr val="dk2"/>
              </a:buClr>
              <a:buSzPts val="1400"/>
              <a:buFont typeface="Arial"/>
              <a:buChar char="–"/>
              <a:defRPr sz="1400"/>
            </a:lvl2pPr>
            <a:lvl3pPr indent="-311150" lvl="2" marL="1371600" algn="l">
              <a:spcBef>
                <a:spcPts val="260"/>
              </a:spcBef>
              <a:spcAft>
                <a:spcPts val="0"/>
              </a:spcAft>
              <a:buClr>
                <a:schemeClr val="dk1"/>
              </a:buClr>
              <a:buSzPts val="1300"/>
              <a:buFont typeface="Arial"/>
              <a:buChar char="•"/>
              <a:defRPr sz="1300"/>
            </a:lvl3pPr>
            <a:lvl4pPr indent="-298450" lvl="3" marL="1828800" algn="l">
              <a:spcBef>
                <a:spcPts val="220"/>
              </a:spcBef>
              <a:spcAft>
                <a:spcPts val="0"/>
              </a:spcAft>
              <a:buClr>
                <a:schemeClr val="dk1"/>
              </a:buClr>
              <a:buSzPts val="1100"/>
              <a:buFont typeface="Arial"/>
              <a:buChar char="–"/>
              <a:defRPr sz="1100"/>
            </a:lvl4pPr>
            <a:lvl5pPr indent="-298450" lvl="4" marL="2286000" algn="l">
              <a:spcBef>
                <a:spcPts val="220"/>
              </a:spcBef>
              <a:spcAft>
                <a:spcPts val="0"/>
              </a:spcAft>
              <a:buClr>
                <a:schemeClr val="dk1"/>
              </a:buClr>
              <a:buSzPts val="1100"/>
              <a:buFont typeface="Arial"/>
              <a:buChar char="»"/>
              <a:defRPr sz="1100"/>
            </a:lvl5pPr>
            <a:lvl6pPr indent="-298450" lvl="5" marL="2743200" algn="l">
              <a:spcBef>
                <a:spcPts val="220"/>
              </a:spcBef>
              <a:spcAft>
                <a:spcPts val="0"/>
              </a:spcAft>
              <a:buClr>
                <a:schemeClr val="dk1"/>
              </a:buClr>
              <a:buSzPts val="1100"/>
              <a:buFont typeface="Arial"/>
              <a:buChar char="»"/>
              <a:defRPr sz="1100"/>
            </a:lvl6pPr>
            <a:lvl7pPr indent="-298450" lvl="6" marL="3200400" algn="l">
              <a:spcBef>
                <a:spcPts val="220"/>
              </a:spcBef>
              <a:spcAft>
                <a:spcPts val="0"/>
              </a:spcAft>
              <a:buClr>
                <a:schemeClr val="dk1"/>
              </a:buClr>
              <a:buSzPts val="1100"/>
              <a:buFont typeface="Arial"/>
              <a:buChar char="»"/>
              <a:defRPr sz="1100"/>
            </a:lvl7pPr>
            <a:lvl8pPr indent="-298450" lvl="7" marL="3657600" algn="l">
              <a:spcBef>
                <a:spcPts val="220"/>
              </a:spcBef>
              <a:spcAft>
                <a:spcPts val="0"/>
              </a:spcAft>
              <a:buClr>
                <a:schemeClr val="dk1"/>
              </a:buClr>
              <a:buSzPts val="1100"/>
              <a:buFont typeface="Arial"/>
              <a:buChar char="»"/>
              <a:defRPr sz="1100"/>
            </a:lvl8pPr>
            <a:lvl9pPr indent="-298450" lvl="8" marL="4114800" algn="l">
              <a:spcBef>
                <a:spcPts val="220"/>
              </a:spcBef>
              <a:spcAft>
                <a:spcPts val="0"/>
              </a:spcAft>
              <a:buClr>
                <a:schemeClr val="dk1"/>
              </a:buClr>
              <a:buSzPts val="1100"/>
              <a:buFont typeface="Arial"/>
              <a:buChar char="»"/>
              <a:defRPr sz="11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21"/>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21"/>
          <p:cNvSpPr txBox="1"/>
          <p:nvPr>
            <p:ph idx="1" type="body"/>
          </p:nvPr>
        </p:nvSpPr>
        <p:spPr>
          <a:xfrm>
            <a:off x="456463" y="4419755"/>
            <a:ext cx="2384170" cy="25201933"/>
          </a:xfrm>
          <a:prstGeom prst="rect">
            <a:avLst/>
          </a:prstGeom>
          <a:noFill/>
          <a:ln>
            <a:noFill/>
          </a:ln>
        </p:spPr>
        <p:txBody>
          <a:bodyPr anchorCtr="0" anchor="t" bIns="264625" lIns="264625" spcFirstLastPara="1" rIns="264625" wrap="square" tIns="264625">
            <a:noAutofit/>
          </a:bodyPr>
          <a:lstStyle>
            <a:lvl1pPr indent="-355600" lvl="0" marL="457200" algn="l">
              <a:spcBef>
                <a:spcPts val="400"/>
              </a:spcBef>
              <a:spcAft>
                <a:spcPts val="0"/>
              </a:spcAft>
              <a:buClr>
                <a:schemeClr val="dk2"/>
              </a:buClr>
              <a:buSzPts val="2000"/>
              <a:buFont typeface="Arial"/>
              <a:buChar char="•"/>
              <a:defRPr sz="2000"/>
            </a:lvl1pPr>
            <a:lvl2pPr indent="-336550" lvl="1" marL="914400" algn="l">
              <a:spcBef>
                <a:spcPts val="340"/>
              </a:spcBef>
              <a:spcAft>
                <a:spcPts val="0"/>
              </a:spcAft>
              <a:buClr>
                <a:schemeClr val="dk2"/>
              </a:buClr>
              <a:buSzPts val="1700"/>
              <a:buFont typeface="Arial"/>
              <a:buChar char="–"/>
              <a:defRPr sz="17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11150" lvl="5" marL="2743200" algn="l">
              <a:spcBef>
                <a:spcPts val="260"/>
              </a:spcBef>
              <a:spcAft>
                <a:spcPts val="0"/>
              </a:spcAft>
              <a:buClr>
                <a:schemeClr val="dk1"/>
              </a:buClr>
              <a:buSzPts val="1300"/>
              <a:buFont typeface="Arial"/>
              <a:buChar char="»"/>
              <a:defRPr sz="1300"/>
            </a:lvl6pPr>
            <a:lvl7pPr indent="-311150" lvl="6" marL="3200400" algn="l">
              <a:spcBef>
                <a:spcPts val="260"/>
              </a:spcBef>
              <a:spcAft>
                <a:spcPts val="0"/>
              </a:spcAft>
              <a:buClr>
                <a:schemeClr val="dk1"/>
              </a:buClr>
              <a:buSzPts val="1300"/>
              <a:buFont typeface="Arial"/>
              <a:buChar char="»"/>
              <a:defRPr sz="1300"/>
            </a:lvl7pPr>
            <a:lvl8pPr indent="-311150" lvl="7" marL="3657600" algn="l">
              <a:spcBef>
                <a:spcPts val="260"/>
              </a:spcBef>
              <a:spcAft>
                <a:spcPts val="0"/>
              </a:spcAft>
              <a:buClr>
                <a:schemeClr val="dk1"/>
              </a:buClr>
              <a:buSzPts val="1300"/>
              <a:buFont typeface="Arial"/>
              <a:buChar char="»"/>
              <a:defRPr sz="1300"/>
            </a:lvl8pPr>
            <a:lvl9pPr indent="-311150" lvl="8" marL="4114800" algn="l">
              <a:spcBef>
                <a:spcPts val="260"/>
              </a:spcBef>
              <a:spcAft>
                <a:spcPts val="0"/>
              </a:spcAft>
              <a:buClr>
                <a:schemeClr val="dk1"/>
              </a:buClr>
              <a:buSzPts val="1300"/>
              <a:buFont typeface="Arial"/>
              <a:buChar char="»"/>
              <a:defRPr sz="1300"/>
            </a:lvl9pPr>
          </a:lstStyle>
          <a:p/>
        </p:txBody>
      </p:sp>
      <p:sp>
        <p:nvSpPr>
          <p:cNvPr id="89" name="Google Shape;89;p21"/>
          <p:cNvSpPr txBox="1"/>
          <p:nvPr>
            <p:ph idx="2" type="body"/>
          </p:nvPr>
        </p:nvSpPr>
        <p:spPr>
          <a:xfrm>
            <a:off x="2931171" y="4419755"/>
            <a:ext cx="2385114" cy="25201933"/>
          </a:xfrm>
          <a:prstGeom prst="rect">
            <a:avLst/>
          </a:prstGeom>
          <a:noFill/>
          <a:ln>
            <a:noFill/>
          </a:ln>
        </p:spPr>
        <p:txBody>
          <a:bodyPr anchorCtr="0" anchor="t" bIns="264625" lIns="264625" spcFirstLastPara="1" rIns="264625" wrap="square" tIns="264625">
            <a:noAutofit/>
          </a:bodyPr>
          <a:lstStyle>
            <a:lvl1pPr indent="-355600" lvl="0" marL="457200" algn="l">
              <a:spcBef>
                <a:spcPts val="400"/>
              </a:spcBef>
              <a:spcAft>
                <a:spcPts val="0"/>
              </a:spcAft>
              <a:buClr>
                <a:schemeClr val="dk2"/>
              </a:buClr>
              <a:buSzPts val="2000"/>
              <a:buFont typeface="Arial"/>
              <a:buChar char="•"/>
              <a:defRPr sz="2000"/>
            </a:lvl1pPr>
            <a:lvl2pPr indent="-336550" lvl="1" marL="914400" algn="l">
              <a:spcBef>
                <a:spcPts val="340"/>
              </a:spcBef>
              <a:spcAft>
                <a:spcPts val="0"/>
              </a:spcAft>
              <a:buClr>
                <a:schemeClr val="dk2"/>
              </a:buClr>
              <a:buSzPts val="1700"/>
              <a:buFont typeface="Arial"/>
              <a:buChar char="–"/>
              <a:defRPr sz="17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11150" lvl="5" marL="2743200" algn="l">
              <a:spcBef>
                <a:spcPts val="260"/>
              </a:spcBef>
              <a:spcAft>
                <a:spcPts val="0"/>
              </a:spcAft>
              <a:buClr>
                <a:schemeClr val="dk1"/>
              </a:buClr>
              <a:buSzPts val="1300"/>
              <a:buFont typeface="Arial"/>
              <a:buChar char="»"/>
              <a:defRPr sz="1300"/>
            </a:lvl6pPr>
            <a:lvl7pPr indent="-311150" lvl="6" marL="3200400" algn="l">
              <a:spcBef>
                <a:spcPts val="260"/>
              </a:spcBef>
              <a:spcAft>
                <a:spcPts val="0"/>
              </a:spcAft>
              <a:buClr>
                <a:schemeClr val="dk1"/>
              </a:buClr>
              <a:buSzPts val="1300"/>
              <a:buFont typeface="Arial"/>
              <a:buChar char="»"/>
              <a:defRPr sz="1300"/>
            </a:lvl7pPr>
            <a:lvl8pPr indent="-311150" lvl="7" marL="3657600" algn="l">
              <a:spcBef>
                <a:spcPts val="260"/>
              </a:spcBef>
              <a:spcAft>
                <a:spcPts val="0"/>
              </a:spcAft>
              <a:buClr>
                <a:schemeClr val="dk1"/>
              </a:buClr>
              <a:buSzPts val="1300"/>
              <a:buFont typeface="Arial"/>
              <a:buChar char="»"/>
              <a:defRPr sz="1300"/>
            </a:lvl8pPr>
            <a:lvl9pPr indent="-311150" lvl="8" marL="4114800" algn="l">
              <a:spcBef>
                <a:spcPts val="260"/>
              </a:spcBef>
              <a:spcAft>
                <a:spcPts val="0"/>
              </a:spcAft>
              <a:buClr>
                <a:schemeClr val="dk1"/>
              </a:buClr>
              <a:buSzPts val="1300"/>
              <a:buFont typeface="Arial"/>
              <a:buChar char="»"/>
              <a:defRPr sz="13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 name="Shape 90"/>
        <p:cNvGrpSpPr/>
        <p:nvPr/>
      </p:nvGrpSpPr>
      <p:grpSpPr>
        <a:xfrm>
          <a:off x="0" y="0"/>
          <a:ext cx="0" cy="0"/>
          <a:chOff x="0" y="0"/>
          <a:chExt cx="0" cy="0"/>
        </a:xfrm>
      </p:grpSpPr>
      <p:sp>
        <p:nvSpPr>
          <p:cNvPr id="91" name="Google Shape;91;p22"/>
          <p:cNvSpPr txBox="1"/>
          <p:nvPr>
            <p:ph type="title"/>
          </p:nvPr>
        </p:nvSpPr>
        <p:spPr>
          <a:xfrm>
            <a:off x="1689102" y="19457591"/>
            <a:ext cx="18179298" cy="6014068"/>
          </a:xfrm>
          <a:prstGeom prst="rect">
            <a:avLst/>
          </a:prstGeom>
          <a:noFill/>
          <a:ln>
            <a:noFill/>
          </a:ln>
        </p:spPr>
        <p:txBody>
          <a:bodyPr anchorCtr="0" anchor="t" bIns="26450" lIns="52900" spcFirstLastPara="1" rIns="52900" wrap="square" tIns="26450">
            <a:noAutofit/>
          </a:bodyPr>
          <a:lstStyle>
            <a:lvl1pPr lvl="0" algn="l">
              <a:spcBef>
                <a:spcPts val="0"/>
              </a:spcBef>
              <a:spcAft>
                <a:spcPts val="0"/>
              </a:spcAft>
              <a:buSzPts val="1400"/>
              <a:buNone/>
              <a:defRPr b="1" sz="28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22"/>
          <p:cNvSpPr txBox="1"/>
          <p:nvPr>
            <p:ph idx="1" type="body"/>
          </p:nvPr>
        </p:nvSpPr>
        <p:spPr>
          <a:xfrm>
            <a:off x="1689102" y="12833307"/>
            <a:ext cx="18179298" cy="6624287"/>
          </a:xfrm>
          <a:prstGeom prst="rect">
            <a:avLst/>
          </a:prstGeom>
          <a:noFill/>
          <a:ln>
            <a:noFill/>
          </a:ln>
        </p:spPr>
        <p:txBody>
          <a:bodyPr anchorCtr="0" anchor="b" bIns="264625" lIns="264625" spcFirstLastPara="1" rIns="264625" wrap="square" tIns="264625">
            <a:noAutofit/>
          </a:bodyPr>
          <a:lstStyle>
            <a:lvl1pPr indent="-228600" lvl="0" marL="457200" algn="l">
              <a:spcBef>
                <a:spcPts val="280"/>
              </a:spcBef>
              <a:spcAft>
                <a:spcPts val="0"/>
              </a:spcAft>
              <a:buClr>
                <a:schemeClr val="dk2"/>
              </a:buClr>
              <a:buSzPts val="1400"/>
              <a:buFont typeface="Arial"/>
              <a:buNone/>
              <a:defRPr sz="1400"/>
            </a:lvl1pPr>
            <a:lvl2pPr indent="-228600" lvl="1" marL="914400" algn="l">
              <a:spcBef>
                <a:spcPts val="260"/>
              </a:spcBef>
              <a:spcAft>
                <a:spcPts val="0"/>
              </a:spcAft>
              <a:buClr>
                <a:schemeClr val="dk2"/>
              </a:buClr>
              <a:buSzPts val="1300"/>
              <a:buFont typeface="Arial"/>
              <a:buNone/>
              <a:defRPr sz="1300"/>
            </a:lvl2pPr>
            <a:lvl3pPr indent="-228600" lvl="2" marL="1371600" algn="l">
              <a:spcBef>
                <a:spcPts val="220"/>
              </a:spcBef>
              <a:spcAft>
                <a:spcPts val="0"/>
              </a:spcAft>
              <a:buClr>
                <a:schemeClr val="dk1"/>
              </a:buClr>
              <a:buSzPts val="1100"/>
              <a:buFont typeface="Arial"/>
              <a:buNone/>
              <a:defRPr sz="11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spcBef>
                <a:spcPts val="200"/>
              </a:spcBef>
              <a:spcAft>
                <a:spcPts val="0"/>
              </a:spcAft>
              <a:buClr>
                <a:schemeClr val="dk1"/>
              </a:buClr>
              <a:buSzPts val="1000"/>
              <a:buFont typeface="Arial"/>
              <a:buNone/>
              <a:defRPr sz="1000"/>
            </a:lvl6pPr>
            <a:lvl7pPr indent="-228600" lvl="6" marL="3200400" algn="l">
              <a:spcBef>
                <a:spcPts val="200"/>
              </a:spcBef>
              <a:spcAft>
                <a:spcPts val="0"/>
              </a:spcAft>
              <a:buClr>
                <a:schemeClr val="dk1"/>
              </a:buClr>
              <a:buSzPts val="1000"/>
              <a:buFont typeface="Arial"/>
              <a:buNone/>
              <a:defRPr sz="1000"/>
            </a:lvl7pPr>
            <a:lvl8pPr indent="-228600" lvl="7" marL="3657600" algn="l">
              <a:spcBef>
                <a:spcPts val="200"/>
              </a:spcBef>
              <a:spcAft>
                <a:spcPts val="0"/>
              </a:spcAft>
              <a:buClr>
                <a:schemeClr val="dk1"/>
              </a:buClr>
              <a:buSzPts val="1000"/>
              <a:buFont typeface="Arial"/>
              <a:buNone/>
              <a:defRPr sz="1000"/>
            </a:lvl8pPr>
            <a:lvl9pPr indent="-228600" lvl="8" marL="4114800" algn="l">
              <a:spcBef>
                <a:spcPts val="200"/>
              </a:spcBef>
              <a:spcAft>
                <a:spcPts val="0"/>
              </a:spcAft>
              <a:buClr>
                <a:schemeClr val="dk1"/>
              </a:buClr>
              <a:buSzPts val="1000"/>
              <a:buFont typeface="Arial"/>
              <a:buNone/>
              <a:defRPr sz="1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3" name="Shape 93"/>
        <p:cNvGrpSpPr/>
        <p:nvPr/>
      </p:nvGrpSpPr>
      <p:grpSpPr>
        <a:xfrm>
          <a:off x="0" y="0"/>
          <a:ext cx="0" cy="0"/>
          <a:chOff x="0" y="0"/>
          <a:chExt cx="0" cy="0"/>
        </a:xfrm>
      </p:grpSpPr>
      <p:sp>
        <p:nvSpPr>
          <p:cNvPr id="94" name="Google Shape;94;p23"/>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23"/>
          <p:cNvSpPr txBox="1"/>
          <p:nvPr>
            <p:ph idx="1" type="body"/>
          </p:nvPr>
        </p:nvSpPr>
        <p:spPr>
          <a:xfrm>
            <a:off x="457200" y="4430712"/>
            <a:ext cx="4859337" cy="25203150"/>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24"/>
          <p:cNvSpPr txBox="1"/>
          <p:nvPr>
            <p:ph type="ctrTitle"/>
          </p:nvPr>
        </p:nvSpPr>
        <p:spPr>
          <a:xfrm>
            <a:off x="1604226" y="9406996"/>
            <a:ext cx="18178355" cy="6489424"/>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24"/>
          <p:cNvSpPr txBox="1"/>
          <p:nvPr>
            <p:ph idx="1" type="subTitle"/>
          </p:nvPr>
        </p:nvSpPr>
        <p:spPr>
          <a:xfrm>
            <a:off x="3208444" y="17158252"/>
            <a:ext cx="14969912" cy="7739239"/>
          </a:xfrm>
          <a:prstGeom prst="rect">
            <a:avLst/>
          </a:prstGeom>
          <a:noFill/>
          <a:ln>
            <a:noFill/>
          </a:ln>
        </p:spPr>
        <p:txBody>
          <a:bodyPr anchorCtr="0" anchor="t" bIns="264625" lIns="264625" spcFirstLastPara="1" rIns="264625" wrap="square" tIns="264625">
            <a:noAutofit/>
          </a:bodyPr>
          <a:lstStyle>
            <a:lvl1pPr lvl="0" algn="ctr">
              <a:spcBef>
                <a:spcPts val="340"/>
              </a:spcBef>
              <a:spcAft>
                <a:spcPts val="0"/>
              </a:spcAft>
              <a:buClr>
                <a:schemeClr val="dk2"/>
              </a:buClr>
              <a:buSzPts val="1700"/>
              <a:buFont typeface="Arial"/>
              <a:buNone/>
              <a:defRPr/>
            </a:lvl1pPr>
            <a:lvl2pPr lvl="1" algn="ctr">
              <a:spcBef>
                <a:spcPts val="340"/>
              </a:spcBef>
              <a:spcAft>
                <a:spcPts val="0"/>
              </a:spcAft>
              <a:buClr>
                <a:schemeClr val="dk2"/>
              </a:buClr>
              <a:buSzPts val="1700"/>
              <a:buFont typeface="Arial"/>
              <a:buNone/>
              <a:defRPr/>
            </a:lvl2pPr>
            <a:lvl3pPr lvl="2" algn="ctr">
              <a:spcBef>
                <a:spcPts val="280"/>
              </a:spcBef>
              <a:spcAft>
                <a:spcPts val="0"/>
              </a:spcAft>
              <a:buClr>
                <a:schemeClr val="dk1"/>
              </a:buClr>
              <a:buSzPts val="1400"/>
              <a:buFont typeface="Arial"/>
              <a:buNone/>
              <a:defRPr/>
            </a:lvl3pPr>
            <a:lvl4pPr lvl="3" algn="ctr">
              <a:spcBef>
                <a:spcPts val="220"/>
              </a:spcBef>
              <a:spcAft>
                <a:spcPts val="0"/>
              </a:spcAft>
              <a:buClr>
                <a:schemeClr val="dk1"/>
              </a:buClr>
              <a:buSzPts val="1100"/>
              <a:buFont typeface="Arial"/>
              <a:buNone/>
              <a:defRPr/>
            </a:lvl4pPr>
            <a:lvl5pPr lvl="4" algn="ctr">
              <a:spcBef>
                <a:spcPts val="220"/>
              </a:spcBef>
              <a:spcAft>
                <a:spcPts val="0"/>
              </a:spcAft>
              <a:buClr>
                <a:schemeClr val="dk1"/>
              </a:buClr>
              <a:buSzPts val="1100"/>
              <a:buFont typeface="Arial"/>
              <a:buNone/>
              <a:defRPr/>
            </a:lvl5pPr>
            <a:lvl6pPr lvl="5" algn="ctr">
              <a:spcBef>
                <a:spcPts val="220"/>
              </a:spcBef>
              <a:spcAft>
                <a:spcPts val="0"/>
              </a:spcAft>
              <a:buClr>
                <a:schemeClr val="dk1"/>
              </a:buClr>
              <a:buSzPts val="1100"/>
              <a:buFont typeface="Arial"/>
              <a:buNone/>
              <a:defRPr/>
            </a:lvl6pPr>
            <a:lvl7pPr lvl="6" algn="ctr">
              <a:spcBef>
                <a:spcPts val="220"/>
              </a:spcBef>
              <a:spcAft>
                <a:spcPts val="0"/>
              </a:spcAft>
              <a:buClr>
                <a:schemeClr val="dk1"/>
              </a:buClr>
              <a:buSzPts val="1100"/>
              <a:buFont typeface="Arial"/>
              <a:buNone/>
              <a:defRPr/>
            </a:lvl7pPr>
            <a:lvl8pPr lvl="7" algn="ctr">
              <a:spcBef>
                <a:spcPts val="220"/>
              </a:spcBef>
              <a:spcAft>
                <a:spcPts val="0"/>
              </a:spcAft>
              <a:buClr>
                <a:schemeClr val="dk1"/>
              </a:buClr>
              <a:buSzPts val="1100"/>
              <a:buFont typeface="Arial"/>
              <a:buNone/>
              <a:defRPr/>
            </a:lvl8pPr>
            <a:lvl9pPr lvl="8" algn="ctr">
              <a:spcBef>
                <a:spcPts val="220"/>
              </a:spcBef>
              <a:spcAft>
                <a:spcPts val="0"/>
              </a:spcAft>
              <a:buClr>
                <a:schemeClr val="dk1"/>
              </a:buClr>
              <a:buSzPts val="1100"/>
              <a:buFont typeface="Arial"/>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6" name="Shape 106"/>
        <p:cNvGrpSpPr/>
        <p:nvPr/>
      </p:nvGrpSpPr>
      <p:grpSpPr>
        <a:xfrm>
          <a:off x="0" y="0"/>
          <a:ext cx="0" cy="0"/>
          <a:chOff x="0" y="0"/>
          <a:chExt cx="0" cy="0"/>
        </a:xfrm>
      </p:grpSpPr>
      <p:sp>
        <p:nvSpPr>
          <p:cNvPr id="107" name="Google Shape;107;p26"/>
          <p:cNvSpPr txBox="1"/>
          <p:nvPr>
            <p:ph type="title"/>
          </p:nvPr>
        </p:nvSpPr>
        <p:spPr>
          <a:xfrm rot="5400000">
            <a:off x="4101569" y="12826871"/>
            <a:ext cx="28450652" cy="5138981"/>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26"/>
          <p:cNvSpPr txBox="1"/>
          <p:nvPr>
            <p:ph idx="1" type="body"/>
          </p:nvPr>
        </p:nvSpPr>
        <p:spPr>
          <a:xfrm rot="5400000">
            <a:off x="-6223076" y="7731744"/>
            <a:ext cx="28450652" cy="15329234"/>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9" name="Shape 109"/>
        <p:cNvGrpSpPr/>
        <p:nvPr/>
      </p:nvGrpSpPr>
      <p:grpSpPr>
        <a:xfrm>
          <a:off x="0" y="0"/>
          <a:ext cx="0" cy="0"/>
          <a:chOff x="0" y="0"/>
          <a:chExt cx="0" cy="0"/>
        </a:xfrm>
      </p:grpSpPr>
      <p:sp>
        <p:nvSpPr>
          <p:cNvPr id="110" name="Google Shape;110;p27"/>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27"/>
          <p:cNvSpPr txBox="1"/>
          <p:nvPr>
            <p:ph idx="1" type="body"/>
          </p:nvPr>
        </p:nvSpPr>
        <p:spPr>
          <a:xfrm rot="5400000">
            <a:off x="-1983582" y="6741319"/>
            <a:ext cx="25201562" cy="20558125"/>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2" name="Shape 112"/>
        <p:cNvGrpSpPr/>
        <p:nvPr/>
      </p:nvGrpSpPr>
      <p:grpSpPr>
        <a:xfrm>
          <a:off x="0" y="0"/>
          <a:ext cx="0" cy="0"/>
          <a:chOff x="0" y="0"/>
          <a:chExt cx="0" cy="0"/>
        </a:xfrm>
      </p:grpSpPr>
      <p:sp>
        <p:nvSpPr>
          <p:cNvPr id="113" name="Google Shape;113;p28"/>
          <p:cNvSpPr txBox="1"/>
          <p:nvPr>
            <p:ph type="title"/>
          </p:nvPr>
        </p:nvSpPr>
        <p:spPr>
          <a:xfrm>
            <a:off x="4192106" y="21196120"/>
            <a:ext cx="12831892" cy="2502300"/>
          </a:xfrm>
          <a:prstGeom prst="rect">
            <a:avLst/>
          </a:prstGeom>
          <a:noFill/>
          <a:ln>
            <a:noFill/>
          </a:ln>
        </p:spPr>
        <p:txBody>
          <a:bodyPr anchorCtr="0" anchor="b" bIns="26450" lIns="52900" spcFirstLastPara="1" rIns="52900" wrap="square" tIns="26450">
            <a:noAutofit/>
          </a:bodyPr>
          <a:lstStyle>
            <a:lvl1pPr lvl="0" algn="l">
              <a:spcBef>
                <a:spcPts val="0"/>
              </a:spcBef>
              <a:spcAft>
                <a:spcPts val="0"/>
              </a:spcAft>
              <a:buSzPts val="1400"/>
              <a:buNone/>
              <a:defRPr b="1"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4" name="Google Shape;114;p28"/>
          <p:cNvSpPr/>
          <p:nvPr>
            <p:ph idx="2" type="pic"/>
          </p:nvPr>
        </p:nvSpPr>
        <p:spPr>
          <a:xfrm>
            <a:off x="4192106" y="2705265"/>
            <a:ext cx="12831892" cy="18167718"/>
          </a:xfrm>
          <a:prstGeom prst="rect">
            <a:avLst/>
          </a:prstGeom>
          <a:noFill/>
          <a:ln>
            <a:noFill/>
          </a:ln>
        </p:spPr>
      </p:sp>
      <p:sp>
        <p:nvSpPr>
          <p:cNvPr id="115" name="Google Shape;115;p28"/>
          <p:cNvSpPr txBox="1"/>
          <p:nvPr>
            <p:ph idx="1" type="body"/>
          </p:nvPr>
        </p:nvSpPr>
        <p:spPr>
          <a:xfrm>
            <a:off x="4192106" y="23698418"/>
            <a:ext cx="12831892" cy="3553161"/>
          </a:xfrm>
          <a:prstGeom prst="rect">
            <a:avLst/>
          </a:prstGeom>
          <a:noFill/>
          <a:ln>
            <a:noFill/>
          </a:ln>
        </p:spPr>
        <p:txBody>
          <a:bodyPr anchorCtr="0" anchor="t" bIns="264625" lIns="264625" spcFirstLastPara="1" rIns="264625" wrap="square" tIns="264625">
            <a:noAutofit/>
          </a:bodyPr>
          <a:lstStyle>
            <a:lvl1pPr indent="-228600" lvl="0" marL="457200" algn="l">
              <a:spcBef>
                <a:spcPts val="200"/>
              </a:spcBef>
              <a:spcAft>
                <a:spcPts val="0"/>
              </a:spcAft>
              <a:buClr>
                <a:schemeClr val="dk2"/>
              </a:buClr>
              <a:buSzPts val="1000"/>
              <a:buFont typeface="Arial"/>
              <a:buNone/>
              <a:defRPr sz="1000"/>
            </a:lvl1pPr>
            <a:lvl2pPr indent="-228600" lvl="1" marL="914400" algn="l">
              <a:spcBef>
                <a:spcPts val="160"/>
              </a:spcBef>
              <a:spcAft>
                <a:spcPts val="0"/>
              </a:spcAft>
              <a:buClr>
                <a:schemeClr val="dk2"/>
              </a:buClr>
              <a:buSzPts val="800"/>
              <a:buFont typeface="Arial"/>
              <a:buNone/>
              <a:defRPr sz="800"/>
            </a:lvl2pPr>
            <a:lvl3pPr indent="-228600" lvl="2" marL="1371600" algn="l">
              <a:spcBef>
                <a:spcPts val="140"/>
              </a:spcBef>
              <a:spcAft>
                <a:spcPts val="0"/>
              </a:spcAft>
              <a:buClr>
                <a:schemeClr val="dk1"/>
              </a:buClr>
              <a:buSzPts val="700"/>
              <a:buFont typeface="Arial"/>
              <a:buNone/>
              <a:defRPr sz="700"/>
            </a:lvl3pPr>
            <a:lvl4pPr indent="-228600" lvl="3" marL="1828800" algn="l">
              <a:spcBef>
                <a:spcPts val="120"/>
              </a:spcBef>
              <a:spcAft>
                <a:spcPts val="0"/>
              </a:spcAft>
              <a:buClr>
                <a:schemeClr val="dk1"/>
              </a:buClr>
              <a:buSzPts val="600"/>
              <a:buFont typeface="Arial"/>
              <a:buNone/>
              <a:defRPr sz="600"/>
            </a:lvl4pPr>
            <a:lvl5pPr indent="-228600" lvl="4" marL="2286000" algn="l">
              <a:spcBef>
                <a:spcPts val="120"/>
              </a:spcBef>
              <a:spcAft>
                <a:spcPts val="0"/>
              </a:spcAft>
              <a:buClr>
                <a:schemeClr val="dk1"/>
              </a:buClr>
              <a:buSzPts val="600"/>
              <a:buFont typeface="Arial"/>
              <a:buNone/>
              <a:defRPr sz="600"/>
            </a:lvl5pPr>
            <a:lvl6pPr indent="-228600" lvl="5" marL="2743200" algn="l">
              <a:spcBef>
                <a:spcPts val="120"/>
              </a:spcBef>
              <a:spcAft>
                <a:spcPts val="0"/>
              </a:spcAft>
              <a:buClr>
                <a:schemeClr val="dk1"/>
              </a:buClr>
              <a:buSzPts val="600"/>
              <a:buFont typeface="Arial"/>
              <a:buNone/>
              <a:defRPr sz="600"/>
            </a:lvl6pPr>
            <a:lvl7pPr indent="-228600" lvl="6" marL="3200400" algn="l">
              <a:spcBef>
                <a:spcPts val="120"/>
              </a:spcBef>
              <a:spcAft>
                <a:spcPts val="0"/>
              </a:spcAft>
              <a:buClr>
                <a:schemeClr val="dk1"/>
              </a:buClr>
              <a:buSzPts val="600"/>
              <a:buFont typeface="Arial"/>
              <a:buNone/>
              <a:defRPr sz="600"/>
            </a:lvl7pPr>
            <a:lvl8pPr indent="-228600" lvl="7" marL="3657600" algn="l">
              <a:spcBef>
                <a:spcPts val="120"/>
              </a:spcBef>
              <a:spcAft>
                <a:spcPts val="0"/>
              </a:spcAft>
              <a:buClr>
                <a:schemeClr val="dk1"/>
              </a:buClr>
              <a:buSzPts val="600"/>
              <a:buFont typeface="Arial"/>
              <a:buNone/>
              <a:defRPr sz="600"/>
            </a:lvl8pPr>
            <a:lvl9pPr indent="-228600" lvl="8" marL="4114800" algn="l">
              <a:spcBef>
                <a:spcPts val="120"/>
              </a:spcBef>
              <a:spcAft>
                <a:spcPts val="0"/>
              </a:spcAft>
              <a:buClr>
                <a:schemeClr val="dk1"/>
              </a:buClr>
              <a:buSzPts val="600"/>
              <a:buFont typeface="Arial"/>
              <a:buNone/>
              <a:defRPr sz="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6" name="Shape 116"/>
        <p:cNvGrpSpPr/>
        <p:nvPr/>
      </p:nvGrpSpPr>
      <p:grpSpPr>
        <a:xfrm>
          <a:off x="0" y="0"/>
          <a:ext cx="0" cy="0"/>
          <a:chOff x="0" y="0"/>
          <a:chExt cx="0" cy="0"/>
        </a:xfrm>
      </p:grpSpPr>
      <p:sp>
        <p:nvSpPr>
          <p:cNvPr id="117" name="Google Shape;117;p29"/>
          <p:cNvSpPr txBox="1"/>
          <p:nvPr>
            <p:ph type="title"/>
          </p:nvPr>
        </p:nvSpPr>
        <p:spPr>
          <a:xfrm>
            <a:off x="1069481" y="1205752"/>
            <a:ext cx="7035566" cy="5130116"/>
          </a:xfrm>
          <a:prstGeom prst="rect">
            <a:avLst/>
          </a:prstGeom>
          <a:noFill/>
          <a:ln>
            <a:noFill/>
          </a:ln>
        </p:spPr>
        <p:txBody>
          <a:bodyPr anchorCtr="0" anchor="b" bIns="26450" lIns="52900" spcFirstLastPara="1" rIns="52900" wrap="square" tIns="26450">
            <a:noAutofit/>
          </a:bodyPr>
          <a:lstStyle>
            <a:lvl1pPr lvl="0" algn="l">
              <a:spcBef>
                <a:spcPts val="0"/>
              </a:spcBef>
              <a:spcAft>
                <a:spcPts val="0"/>
              </a:spcAft>
              <a:buSzPts val="1400"/>
              <a:buNone/>
              <a:defRPr b="1"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29"/>
          <p:cNvSpPr txBox="1"/>
          <p:nvPr>
            <p:ph idx="1" type="body"/>
          </p:nvPr>
        </p:nvSpPr>
        <p:spPr>
          <a:xfrm>
            <a:off x="8361572" y="1205753"/>
            <a:ext cx="11955747" cy="25842864"/>
          </a:xfrm>
          <a:prstGeom prst="rect">
            <a:avLst/>
          </a:prstGeom>
          <a:noFill/>
          <a:ln>
            <a:noFill/>
          </a:ln>
        </p:spPr>
        <p:txBody>
          <a:bodyPr anchorCtr="0" anchor="t" bIns="264625" lIns="264625" spcFirstLastPara="1" rIns="264625" wrap="square" tIns="264625">
            <a:noAutofit/>
          </a:bodyPr>
          <a:lstStyle>
            <a:lvl1pPr indent="-374650" lvl="0" marL="457200" algn="l">
              <a:spcBef>
                <a:spcPts val="460"/>
              </a:spcBef>
              <a:spcAft>
                <a:spcPts val="0"/>
              </a:spcAft>
              <a:buClr>
                <a:schemeClr val="dk2"/>
              </a:buClr>
              <a:buSzPts val="2300"/>
              <a:buFont typeface="Arial"/>
              <a:buChar char="•"/>
              <a:defRPr sz="2300"/>
            </a:lvl1pPr>
            <a:lvl2pPr indent="-355600" lvl="1" marL="914400" algn="l">
              <a:spcBef>
                <a:spcPts val="400"/>
              </a:spcBef>
              <a:spcAft>
                <a:spcPts val="0"/>
              </a:spcAft>
              <a:buClr>
                <a:schemeClr val="dk2"/>
              </a:buClr>
              <a:buSzPts val="2000"/>
              <a:buFont typeface="Arial"/>
              <a:buChar char="–"/>
              <a:defRPr sz="2000"/>
            </a:lvl2pPr>
            <a:lvl3pPr indent="-336550" lvl="2" marL="1371600" algn="l">
              <a:spcBef>
                <a:spcPts val="340"/>
              </a:spcBef>
              <a:spcAft>
                <a:spcPts val="0"/>
              </a:spcAft>
              <a:buClr>
                <a:schemeClr val="dk1"/>
              </a:buClr>
              <a:buSzPts val="1700"/>
              <a:buFont typeface="Arial"/>
              <a:buChar char="•"/>
              <a:defRPr sz="1700"/>
            </a:lvl3pPr>
            <a:lvl4pPr indent="-317500" lvl="3" marL="1828800" algn="l">
              <a:spcBef>
                <a:spcPts val="280"/>
              </a:spcBef>
              <a:spcAft>
                <a:spcPts val="0"/>
              </a:spcAft>
              <a:buClr>
                <a:schemeClr val="dk1"/>
              </a:buClr>
              <a:buSzPts val="1400"/>
              <a:buFont typeface="Arial"/>
              <a:buChar char="–"/>
              <a:defRPr sz="1400"/>
            </a:lvl4pPr>
            <a:lvl5pPr indent="-317500" lvl="4" marL="2286000" algn="l">
              <a:spcBef>
                <a:spcPts val="280"/>
              </a:spcBef>
              <a:spcAft>
                <a:spcPts val="0"/>
              </a:spcAft>
              <a:buClr>
                <a:schemeClr val="dk1"/>
              </a:buClr>
              <a:buSzPts val="1400"/>
              <a:buFont typeface="Arial"/>
              <a:buChar char="»"/>
              <a:defRPr sz="1400"/>
            </a:lvl5pPr>
            <a:lvl6pPr indent="-317500" lvl="5" marL="2743200" algn="l">
              <a:spcBef>
                <a:spcPts val="280"/>
              </a:spcBef>
              <a:spcAft>
                <a:spcPts val="0"/>
              </a:spcAft>
              <a:buClr>
                <a:schemeClr val="dk1"/>
              </a:buClr>
              <a:buSzPts val="1400"/>
              <a:buFont typeface="Arial"/>
              <a:buChar char="»"/>
              <a:defRPr sz="1400"/>
            </a:lvl6pPr>
            <a:lvl7pPr indent="-317500" lvl="6" marL="3200400" algn="l">
              <a:spcBef>
                <a:spcPts val="280"/>
              </a:spcBef>
              <a:spcAft>
                <a:spcPts val="0"/>
              </a:spcAft>
              <a:buClr>
                <a:schemeClr val="dk1"/>
              </a:buClr>
              <a:buSzPts val="1400"/>
              <a:buFont typeface="Arial"/>
              <a:buChar char="»"/>
              <a:defRPr sz="1400"/>
            </a:lvl7pPr>
            <a:lvl8pPr indent="-317500" lvl="7" marL="3657600" algn="l">
              <a:spcBef>
                <a:spcPts val="280"/>
              </a:spcBef>
              <a:spcAft>
                <a:spcPts val="0"/>
              </a:spcAft>
              <a:buClr>
                <a:schemeClr val="dk1"/>
              </a:buClr>
              <a:buSzPts val="1400"/>
              <a:buFont typeface="Arial"/>
              <a:buChar char="»"/>
              <a:defRPr sz="1400"/>
            </a:lvl8pPr>
            <a:lvl9pPr indent="-317500" lvl="8" marL="4114800" algn="l">
              <a:spcBef>
                <a:spcPts val="280"/>
              </a:spcBef>
              <a:spcAft>
                <a:spcPts val="0"/>
              </a:spcAft>
              <a:buClr>
                <a:schemeClr val="dk1"/>
              </a:buClr>
              <a:buSzPts val="1400"/>
              <a:buFont typeface="Arial"/>
              <a:buChar char="»"/>
              <a:defRPr sz="1400"/>
            </a:lvl9pPr>
          </a:lstStyle>
          <a:p/>
        </p:txBody>
      </p:sp>
      <p:sp>
        <p:nvSpPr>
          <p:cNvPr id="119" name="Google Shape;119;p29"/>
          <p:cNvSpPr txBox="1"/>
          <p:nvPr>
            <p:ph idx="2" type="body"/>
          </p:nvPr>
        </p:nvSpPr>
        <p:spPr>
          <a:xfrm>
            <a:off x="1069481" y="6335870"/>
            <a:ext cx="7035566" cy="20712747"/>
          </a:xfrm>
          <a:prstGeom prst="rect">
            <a:avLst/>
          </a:prstGeom>
          <a:noFill/>
          <a:ln>
            <a:noFill/>
          </a:ln>
        </p:spPr>
        <p:txBody>
          <a:bodyPr anchorCtr="0" anchor="t" bIns="264625" lIns="264625" spcFirstLastPara="1" rIns="264625" wrap="square" tIns="264625">
            <a:noAutofit/>
          </a:bodyPr>
          <a:lstStyle>
            <a:lvl1pPr indent="-228600" lvl="0" marL="457200" algn="l">
              <a:spcBef>
                <a:spcPts val="200"/>
              </a:spcBef>
              <a:spcAft>
                <a:spcPts val="0"/>
              </a:spcAft>
              <a:buClr>
                <a:schemeClr val="dk2"/>
              </a:buClr>
              <a:buSzPts val="1000"/>
              <a:buFont typeface="Arial"/>
              <a:buNone/>
              <a:defRPr sz="1000"/>
            </a:lvl1pPr>
            <a:lvl2pPr indent="-228600" lvl="1" marL="914400" algn="l">
              <a:spcBef>
                <a:spcPts val="160"/>
              </a:spcBef>
              <a:spcAft>
                <a:spcPts val="0"/>
              </a:spcAft>
              <a:buClr>
                <a:schemeClr val="dk2"/>
              </a:buClr>
              <a:buSzPts val="800"/>
              <a:buFont typeface="Arial"/>
              <a:buNone/>
              <a:defRPr sz="800"/>
            </a:lvl2pPr>
            <a:lvl3pPr indent="-228600" lvl="2" marL="1371600" algn="l">
              <a:spcBef>
                <a:spcPts val="140"/>
              </a:spcBef>
              <a:spcAft>
                <a:spcPts val="0"/>
              </a:spcAft>
              <a:buClr>
                <a:schemeClr val="dk1"/>
              </a:buClr>
              <a:buSzPts val="700"/>
              <a:buFont typeface="Arial"/>
              <a:buNone/>
              <a:defRPr sz="700"/>
            </a:lvl3pPr>
            <a:lvl4pPr indent="-228600" lvl="3" marL="1828800" algn="l">
              <a:spcBef>
                <a:spcPts val="120"/>
              </a:spcBef>
              <a:spcAft>
                <a:spcPts val="0"/>
              </a:spcAft>
              <a:buClr>
                <a:schemeClr val="dk1"/>
              </a:buClr>
              <a:buSzPts val="600"/>
              <a:buFont typeface="Arial"/>
              <a:buNone/>
              <a:defRPr sz="600"/>
            </a:lvl4pPr>
            <a:lvl5pPr indent="-228600" lvl="4" marL="2286000" algn="l">
              <a:spcBef>
                <a:spcPts val="120"/>
              </a:spcBef>
              <a:spcAft>
                <a:spcPts val="0"/>
              </a:spcAft>
              <a:buClr>
                <a:schemeClr val="dk1"/>
              </a:buClr>
              <a:buSzPts val="600"/>
              <a:buFont typeface="Arial"/>
              <a:buNone/>
              <a:defRPr sz="600"/>
            </a:lvl5pPr>
            <a:lvl6pPr indent="-228600" lvl="5" marL="2743200" algn="l">
              <a:spcBef>
                <a:spcPts val="120"/>
              </a:spcBef>
              <a:spcAft>
                <a:spcPts val="0"/>
              </a:spcAft>
              <a:buClr>
                <a:schemeClr val="dk1"/>
              </a:buClr>
              <a:buSzPts val="600"/>
              <a:buFont typeface="Arial"/>
              <a:buNone/>
              <a:defRPr sz="600"/>
            </a:lvl6pPr>
            <a:lvl7pPr indent="-228600" lvl="6" marL="3200400" algn="l">
              <a:spcBef>
                <a:spcPts val="120"/>
              </a:spcBef>
              <a:spcAft>
                <a:spcPts val="0"/>
              </a:spcAft>
              <a:buClr>
                <a:schemeClr val="dk1"/>
              </a:buClr>
              <a:buSzPts val="600"/>
              <a:buFont typeface="Arial"/>
              <a:buNone/>
              <a:defRPr sz="600"/>
            </a:lvl7pPr>
            <a:lvl8pPr indent="-228600" lvl="7" marL="3657600" algn="l">
              <a:spcBef>
                <a:spcPts val="120"/>
              </a:spcBef>
              <a:spcAft>
                <a:spcPts val="0"/>
              </a:spcAft>
              <a:buClr>
                <a:schemeClr val="dk1"/>
              </a:buClr>
              <a:buSzPts val="600"/>
              <a:buFont typeface="Arial"/>
              <a:buNone/>
              <a:defRPr sz="600"/>
            </a:lvl8pPr>
            <a:lvl9pPr indent="-228600" lvl="8" marL="4114800" algn="l">
              <a:spcBef>
                <a:spcPts val="120"/>
              </a:spcBef>
              <a:spcAft>
                <a:spcPts val="0"/>
              </a:spcAft>
              <a:buClr>
                <a:schemeClr val="dk1"/>
              </a:buClr>
              <a:buSzPts val="600"/>
              <a:buFont typeface="Arial"/>
              <a:buNone/>
              <a:defRPr sz="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0" name="Shape 12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 name="Shape 121"/>
        <p:cNvGrpSpPr/>
        <p:nvPr/>
      </p:nvGrpSpPr>
      <p:grpSpPr>
        <a:xfrm>
          <a:off x="0" y="0"/>
          <a:ext cx="0" cy="0"/>
          <a:chOff x="0" y="0"/>
          <a:chExt cx="0" cy="0"/>
        </a:xfrm>
      </p:grpSpPr>
      <p:sp>
        <p:nvSpPr>
          <p:cNvPr id="122" name="Google Shape;122;p31"/>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3" name="Shape 123"/>
        <p:cNvGrpSpPr/>
        <p:nvPr/>
      </p:nvGrpSpPr>
      <p:grpSpPr>
        <a:xfrm>
          <a:off x="0" y="0"/>
          <a:ext cx="0" cy="0"/>
          <a:chOff x="0" y="0"/>
          <a:chExt cx="0" cy="0"/>
        </a:xfrm>
      </p:grpSpPr>
      <p:sp>
        <p:nvSpPr>
          <p:cNvPr id="124" name="Google Shape;124;p32"/>
          <p:cNvSpPr txBox="1"/>
          <p:nvPr>
            <p:ph type="title"/>
          </p:nvPr>
        </p:nvSpPr>
        <p:spPr>
          <a:xfrm>
            <a:off x="1069483" y="1212427"/>
            <a:ext cx="19247837" cy="5047330"/>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32"/>
          <p:cNvSpPr txBox="1"/>
          <p:nvPr>
            <p:ph idx="1" type="body"/>
          </p:nvPr>
        </p:nvSpPr>
        <p:spPr>
          <a:xfrm>
            <a:off x="1069481" y="6777843"/>
            <a:ext cx="9448973" cy="2825436"/>
          </a:xfrm>
          <a:prstGeom prst="rect">
            <a:avLst/>
          </a:prstGeom>
          <a:noFill/>
          <a:ln>
            <a:noFill/>
          </a:ln>
        </p:spPr>
        <p:txBody>
          <a:bodyPr anchorCtr="0" anchor="b" bIns="264625" lIns="264625" spcFirstLastPara="1" rIns="264625" wrap="square" tIns="264625">
            <a:noAutofit/>
          </a:bodyPr>
          <a:lstStyle>
            <a:lvl1pPr indent="-228600" lvl="0" marL="457200" algn="l">
              <a:spcBef>
                <a:spcPts val="340"/>
              </a:spcBef>
              <a:spcAft>
                <a:spcPts val="0"/>
              </a:spcAft>
              <a:buClr>
                <a:schemeClr val="dk2"/>
              </a:buClr>
              <a:buSzPts val="1700"/>
              <a:buFont typeface="Arial"/>
              <a:buNone/>
              <a:defRPr b="1" sz="1700"/>
            </a:lvl1pPr>
            <a:lvl2pPr indent="-228600" lvl="1" marL="914400" algn="l">
              <a:spcBef>
                <a:spcPts val="280"/>
              </a:spcBef>
              <a:spcAft>
                <a:spcPts val="0"/>
              </a:spcAft>
              <a:buClr>
                <a:schemeClr val="dk2"/>
              </a:buClr>
              <a:buSzPts val="1400"/>
              <a:buFont typeface="Arial"/>
              <a:buNone/>
              <a:defRPr b="1" sz="1400"/>
            </a:lvl2pPr>
            <a:lvl3pPr indent="-228600" lvl="2" marL="1371600" algn="l">
              <a:spcBef>
                <a:spcPts val="260"/>
              </a:spcBef>
              <a:spcAft>
                <a:spcPts val="0"/>
              </a:spcAft>
              <a:buClr>
                <a:schemeClr val="dk1"/>
              </a:buClr>
              <a:buSzPts val="1300"/>
              <a:buFont typeface="Arial"/>
              <a:buNone/>
              <a:defRPr b="1" sz="1300"/>
            </a:lvl3pPr>
            <a:lvl4pPr indent="-228600" lvl="3" marL="1828800" algn="l">
              <a:spcBef>
                <a:spcPts val="220"/>
              </a:spcBef>
              <a:spcAft>
                <a:spcPts val="0"/>
              </a:spcAft>
              <a:buClr>
                <a:schemeClr val="dk1"/>
              </a:buClr>
              <a:buSzPts val="1100"/>
              <a:buFont typeface="Arial"/>
              <a:buNone/>
              <a:defRPr b="1" sz="1100"/>
            </a:lvl4pPr>
            <a:lvl5pPr indent="-228600" lvl="4" marL="2286000" algn="l">
              <a:spcBef>
                <a:spcPts val="220"/>
              </a:spcBef>
              <a:spcAft>
                <a:spcPts val="0"/>
              </a:spcAft>
              <a:buClr>
                <a:schemeClr val="dk1"/>
              </a:buClr>
              <a:buSzPts val="1100"/>
              <a:buFont typeface="Arial"/>
              <a:buNone/>
              <a:defRPr b="1" sz="1100"/>
            </a:lvl5pPr>
            <a:lvl6pPr indent="-228600" lvl="5" marL="2743200" algn="l">
              <a:spcBef>
                <a:spcPts val="220"/>
              </a:spcBef>
              <a:spcAft>
                <a:spcPts val="0"/>
              </a:spcAft>
              <a:buClr>
                <a:schemeClr val="dk1"/>
              </a:buClr>
              <a:buSzPts val="1100"/>
              <a:buFont typeface="Arial"/>
              <a:buNone/>
              <a:defRPr b="1" sz="1100"/>
            </a:lvl6pPr>
            <a:lvl7pPr indent="-228600" lvl="6" marL="3200400" algn="l">
              <a:spcBef>
                <a:spcPts val="220"/>
              </a:spcBef>
              <a:spcAft>
                <a:spcPts val="0"/>
              </a:spcAft>
              <a:buClr>
                <a:schemeClr val="dk1"/>
              </a:buClr>
              <a:buSzPts val="1100"/>
              <a:buFont typeface="Arial"/>
              <a:buNone/>
              <a:defRPr b="1" sz="1100"/>
            </a:lvl7pPr>
            <a:lvl8pPr indent="-228600" lvl="7" marL="3657600" algn="l">
              <a:spcBef>
                <a:spcPts val="220"/>
              </a:spcBef>
              <a:spcAft>
                <a:spcPts val="0"/>
              </a:spcAft>
              <a:buClr>
                <a:schemeClr val="dk1"/>
              </a:buClr>
              <a:buSzPts val="1100"/>
              <a:buFont typeface="Arial"/>
              <a:buNone/>
              <a:defRPr b="1" sz="1100"/>
            </a:lvl8pPr>
            <a:lvl9pPr indent="-228600" lvl="8" marL="4114800" algn="l">
              <a:spcBef>
                <a:spcPts val="220"/>
              </a:spcBef>
              <a:spcAft>
                <a:spcPts val="0"/>
              </a:spcAft>
              <a:buClr>
                <a:schemeClr val="dk1"/>
              </a:buClr>
              <a:buSzPts val="1100"/>
              <a:buFont typeface="Arial"/>
              <a:buNone/>
              <a:defRPr b="1" sz="1100"/>
            </a:lvl9pPr>
          </a:lstStyle>
          <a:p/>
        </p:txBody>
      </p:sp>
      <p:sp>
        <p:nvSpPr>
          <p:cNvPr id="126" name="Google Shape;126;p32"/>
          <p:cNvSpPr txBox="1"/>
          <p:nvPr>
            <p:ph idx="2" type="body"/>
          </p:nvPr>
        </p:nvSpPr>
        <p:spPr>
          <a:xfrm>
            <a:off x="1069481" y="9603281"/>
            <a:ext cx="9448973" cy="17445336"/>
          </a:xfrm>
          <a:prstGeom prst="rect">
            <a:avLst/>
          </a:prstGeom>
          <a:noFill/>
          <a:ln>
            <a:noFill/>
          </a:ln>
        </p:spPr>
        <p:txBody>
          <a:bodyPr anchorCtr="0" anchor="t" bIns="264625" lIns="264625" spcFirstLastPara="1" rIns="264625" wrap="square" tIns="264625">
            <a:noAutofit/>
          </a:bodyPr>
          <a:lstStyle>
            <a:lvl1pPr indent="-336550" lvl="0" marL="457200" algn="l">
              <a:spcBef>
                <a:spcPts val="340"/>
              </a:spcBef>
              <a:spcAft>
                <a:spcPts val="0"/>
              </a:spcAft>
              <a:buClr>
                <a:schemeClr val="dk2"/>
              </a:buClr>
              <a:buSzPts val="1700"/>
              <a:buFont typeface="Arial"/>
              <a:buChar char="•"/>
              <a:defRPr sz="1700"/>
            </a:lvl1pPr>
            <a:lvl2pPr indent="-317500" lvl="1" marL="914400" algn="l">
              <a:spcBef>
                <a:spcPts val="280"/>
              </a:spcBef>
              <a:spcAft>
                <a:spcPts val="0"/>
              </a:spcAft>
              <a:buClr>
                <a:schemeClr val="dk2"/>
              </a:buClr>
              <a:buSzPts val="1400"/>
              <a:buFont typeface="Arial"/>
              <a:buChar char="–"/>
              <a:defRPr sz="1400"/>
            </a:lvl2pPr>
            <a:lvl3pPr indent="-311150" lvl="2" marL="1371600" algn="l">
              <a:spcBef>
                <a:spcPts val="260"/>
              </a:spcBef>
              <a:spcAft>
                <a:spcPts val="0"/>
              </a:spcAft>
              <a:buClr>
                <a:schemeClr val="dk1"/>
              </a:buClr>
              <a:buSzPts val="1300"/>
              <a:buFont typeface="Arial"/>
              <a:buChar char="•"/>
              <a:defRPr sz="1300"/>
            </a:lvl3pPr>
            <a:lvl4pPr indent="-298450" lvl="3" marL="1828800" algn="l">
              <a:spcBef>
                <a:spcPts val="220"/>
              </a:spcBef>
              <a:spcAft>
                <a:spcPts val="0"/>
              </a:spcAft>
              <a:buClr>
                <a:schemeClr val="dk1"/>
              </a:buClr>
              <a:buSzPts val="1100"/>
              <a:buFont typeface="Arial"/>
              <a:buChar char="–"/>
              <a:defRPr sz="1100"/>
            </a:lvl4pPr>
            <a:lvl5pPr indent="-298450" lvl="4" marL="2286000" algn="l">
              <a:spcBef>
                <a:spcPts val="220"/>
              </a:spcBef>
              <a:spcAft>
                <a:spcPts val="0"/>
              </a:spcAft>
              <a:buClr>
                <a:schemeClr val="dk1"/>
              </a:buClr>
              <a:buSzPts val="1100"/>
              <a:buFont typeface="Arial"/>
              <a:buChar char="»"/>
              <a:defRPr sz="1100"/>
            </a:lvl5pPr>
            <a:lvl6pPr indent="-298450" lvl="5" marL="2743200" algn="l">
              <a:spcBef>
                <a:spcPts val="220"/>
              </a:spcBef>
              <a:spcAft>
                <a:spcPts val="0"/>
              </a:spcAft>
              <a:buClr>
                <a:schemeClr val="dk1"/>
              </a:buClr>
              <a:buSzPts val="1100"/>
              <a:buFont typeface="Arial"/>
              <a:buChar char="»"/>
              <a:defRPr sz="1100"/>
            </a:lvl6pPr>
            <a:lvl7pPr indent="-298450" lvl="6" marL="3200400" algn="l">
              <a:spcBef>
                <a:spcPts val="220"/>
              </a:spcBef>
              <a:spcAft>
                <a:spcPts val="0"/>
              </a:spcAft>
              <a:buClr>
                <a:schemeClr val="dk1"/>
              </a:buClr>
              <a:buSzPts val="1100"/>
              <a:buFont typeface="Arial"/>
              <a:buChar char="»"/>
              <a:defRPr sz="1100"/>
            </a:lvl7pPr>
            <a:lvl8pPr indent="-298450" lvl="7" marL="3657600" algn="l">
              <a:spcBef>
                <a:spcPts val="220"/>
              </a:spcBef>
              <a:spcAft>
                <a:spcPts val="0"/>
              </a:spcAft>
              <a:buClr>
                <a:schemeClr val="dk1"/>
              </a:buClr>
              <a:buSzPts val="1100"/>
              <a:buFont typeface="Arial"/>
              <a:buChar char="»"/>
              <a:defRPr sz="1100"/>
            </a:lvl8pPr>
            <a:lvl9pPr indent="-298450" lvl="8" marL="4114800" algn="l">
              <a:spcBef>
                <a:spcPts val="220"/>
              </a:spcBef>
              <a:spcAft>
                <a:spcPts val="0"/>
              </a:spcAft>
              <a:buClr>
                <a:schemeClr val="dk1"/>
              </a:buClr>
              <a:buSzPts val="1100"/>
              <a:buFont typeface="Arial"/>
              <a:buChar char="»"/>
              <a:defRPr sz="1100"/>
            </a:lvl9pPr>
          </a:lstStyle>
          <a:p/>
        </p:txBody>
      </p:sp>
      <p:sp>
        <p:nvSpPr>
          <p:cNvPr id="127" name="Google Shape;127;p32"/>
          <p:cNvSpPr txBox="1"/>
          <p:nvPr>
            <p:ph idx="3" type="body"/>
          </p:nvPr>
        </p:nvSpPr>
        <p:spPr>
          <a:xfrm>
            <a:off x="10864574" y="6777843"/>
            <a:ext cx="9452745" cy="2825436"/>
          </a:xfrm>
          <a:prstGeom prst="rect">
            <a:avLst/>
          </a:prstGeom>
          <a:noFill/>
          <a:ln>
            <a:noFill/>
          </a:ln>
        </p:spPr>
        <p:txBody>
          <a:bodyPr anchorCtr="0" anchor="b" bIns="264625" lIns="264625" spcFirstLastPara="1" rIns="264625" wrap="square" tIns="264625">
            <a:noAutofit/>
          </a:bodyPr>
          <a:lstStyle>
            <a:lvl1pPr indent="-228600" lvl="0" marL="457200" algn="l">
              <a:spcBef>
                <a:spcPts val="340"/>
              </a:spcBef>
              <a:spcAft>
                <a:spcPts val="0"/>
              </a:spcAft>
              <a:buClr>
                <a:schemeClr val="dk2"/>
              </a:buClr>
              <a:buSzPts val="1700"/>
              <a:buFont typeface="Arial"/>
              <a:buNone/>
              <a:defRPr b="1" sz="1700"/>
            </a:lvl1pPr>
            <a:lvl2pPr indent="-228600" lvl="1" marL="914400" algn="l">
              <a:spcBef>
                <a:spcPts val="280"/>
              </a:spcBef>
              <a:spcAft>
                <a:spcPts val="0"/>
              </a:spcAft>
              <a:buClr>
                <a:schemeClr val="dk2"/>
              </a:buClr>
              <a:buSzPts val="1400"/>
              <a:buFont typeface="Arial"/>
              <a:buNone/>
              <a:defRPr b="1" sz="1400"/>
            </a:lvl2pPr>
            <a:lvl3pPr indent="-228600" lvl="2" marL="1371600" algn="l">
              <a:spcBef>
                <a:spcPts val="260"/>
              </a:spcBef>
              <a:spcAft>
                <a:spcPts val="0"/>
              </a:spcAft>
              <a:buClr>
                <a:schemeClr val="dk1"/>
              </a:buClr>
              <a:buSzPts val="1300"/>
              <a:buFont typeface="Arial"/>
              <a:buNone/>
              <a:defRPr b="1" sz="1300"/>
            </a:lvl3pPr>
            <a:lvl4pPr indent="-228600" lvl="3" marL="1828800" algn="l">
              <a:spcBef>
                <a:spcPts val="220"/>
              </a:spcBef>
              <a:spcAft>
                <a:spcPts val="0"/>
              </a:spcAft>
              <a:buClr>
                <a:schemeClr val="dk1"/>
              </a:buClr>
              <a:buSzPts val="1100"/>
              <a:buFont typeface="Arial"/>
              <a:buNone/>
              <a:defRPr b="1" sz="1100"/>
            </a:lvl4pPr>
            <a:lvl5pPr indent="-228600" lvl="4" marL="2286000" algn="l">
              <a:spcBef>
                <a:spcPts val="220"/>
              </a:spcBef>
              <a:spcAft>
                <a:spcPts val="0"/>
              </a:spcAft>
              <a:buClr>
                <a:schemeClr val="dk1"/>
              </a:buClr>
              <a:buSzPts val="1100"/>
              <a:buFont typeface="Arial"/>
              <a:buNone/>
              <a:defRPr b="1" sz="1100"/>
            </a:lvl5pPr>
            <a:lvl6pPr indent="-228600" lvl="5" marL="2743200" algn="l">
              <a:spcBef>
                <a:spcPts val="220"/>
              </a:spcBef>
              <a:spcAft>
                <a:spcPts val="0"/>
              </a:spcAft>
              <a:buClr>
                <a:schemeClr val="dk1"/>
              </a:buClr>
              <a:buSzPts val="1100"/>
              <a:buFont typeface="Arial"/>
              <a:buNone/>
              <a:defRPr b="1" sz="1100"/>
            </a:lvl6pPr>
            <a:lvl7pPr indent="-228600" lvl="6" marL="3200400" algn="l">
              <a:spcBef>
                <a:spcPts val="220"/>
              </a:spcBef>
              <a:spcAft>
                <a:spcPts val="0"/>
              </a:spcAft>
              <a:buClr>
                <a:schemeClr val="dk1"/>
              </a:buClr>
              <a:buSzPts val="1100"/>
              <a:buFont typeface="Arial"/>
              <a:buNone/>
              <a:defRPr b="1" sz="1100"/>
            </a:lvl7pPr>
            <a:lvl8pPr indent="-228600" lvl="7" marL="3657600" algn="l">
              <a:spcBef>
                <a:spcPts val="220"/>
              </a:spcBef>
              <a:spcAft>
                <a:spcPts val="0"/>
              </a:spcAft>
              <a:buClr>
                <a:schemeClr val="dk1"/>
              </a:buClr>
              <a:buSzPts val="1100"/>
              <a:buFont typeface="Arial"/>
              <a:buNone/>
              <a:defRPr b="1" sz="1100"/>
            </a:lvl8pPr>
            <a:lvl9pPr indent="-228600" lvl="8" marL="4114800" algn="l">
              <a:spcBef>
                <a:spcPts val="220"/>
              </a:spcBef>
              <a:spcAft>
                <a:spcPts val="0"/>
              </a:spcAft>
              <a:buClr>
                <a:schemeClr val="dk1"/>
              </a:buClr>
              <a:buSzPts val="1100"/>
              <a:buFont typeface="Arial"/>
              <a:buNone/>
              <a:defRPr b="1" sz="1100"/>
            </a:lvl9pPr>
          </a:lstStyle>
          <a:p/>
        </p:txBody>
      </p:sp>
      <p:sp>
        <p:nvSpPr>
          <p:cNvPr id="128" name="Google Shape;128;p32"/>
          <p:cNvSpPr txBox="1"/>
          <p:nvPr>
            <p:ph idx="4" type="body"/>
          </p:nvPr>
        </p:nvSpPr>
        <p:spPr>
          <a:xfrm>
            <a:off x="10864574" y="9603281"/>
            <a:ext cx="9452745" cy="17445336"/>
          </a:xfrm>
          <a:prstGeom prst="rect">
            <a:avLst/>
          </a:prstGeom>
          <a:noFill/>
          <a:ln>
            <a:noFill/>
          </a:ln>
        </p:spPr>
        <p:txBody>
          <a:bodyPr anchorCtr="0" anchor="t" bIns="264625" lIns="264625" spcFirstLastPara="1" rIns="264625" wrap="square" tIns="264625">
            <a:noAutofit/>
          </a:bodyPr>
          <a:lstStyle>
            <a:lvl1pPr indent="-336550" lvl="0" marL="457200" algn="l">
              <a:spcBef>
                <a:spcPts val="340"/>
              </a:spcBef>
              <a:spcAft>
                <a:spcPts val="0"/>
              </a:spcAft>
              <a:buClr>
                <a:schemeClr val="dk2"/>
              </a:buClr>
              <a:buSzPts val="1700"/>
              <a:buFont typeface="Arial"/>
              <a:buChar char="•"/>
              <a:defRPr sz="1700"/>
            </a:lvl1pPr>
            <a:lvl2pPr indent="-317500" lvl="1" marL="914400" algn="l">
              <a:spcBef>
                <a:spcPts val="280"/>
              </a:spcBef>
              <a:spcAft>
                <a:spcPts val="0"/>
              </a:spcAft>
              <a:buClr>
                <a:schemeClr val="dk2"/>
              </a:buClr>
              <a:buSzPts val="1400"/>
              <a:buFont typeface="Arial"/>
              <a:buChar char="–"/>
              <a:defRPr sz="1400"/>
            </a:lvl2pPr>
            <a:lvl3pPr indent="-311150" lvl="2" marL="1371600" algn="l">
              <a:spcBef>
                <a:spcPts val="260"/>
              </a:spcBef>
              <a:spcAft>
                <a:spcPts val="0"/>
              </a:spcAft>
              <a:buClr>
                <a:schemeClr val="dk1"/>
              </a:buClr>
              <a:buSzPts val="1300"/>
              <a:buFont typeface="Arial"/>
              <a:buChar char="•"/>
              <a:defRPr sz="1300"/>
            </a:lvl3pPr>
            <a:lvl4pPr indent="-298450" lvl="3" marL="1828800" algn="l">
              <a:spcBef>
                <a:spcPts val="220"/>
              </a:spcBef>
              <a:spcAft>
                <a:spcPts val="0"/>
              </a:spcAft>
              <a:buClr>
                <a:schemeClr val="dk1"/>
              </a:buClr>
              <a:buSzPts val="1100"/>
              <a:buFont typeface="Arial"/>
              <a:buChar char="–"/>
              <a:defRPr sz="1100"/>
            </a:lvl4pPr>
            <a:lvl5pPr indent="-298450" lvl="4" marL="2286000" algn="l">
              <a:spcBef>
                <a:spcPts val="220"/>
              </a:spcBef>
              <a:spcAft>
                <a:spcPts val="0"/>
              </a:spcAft>
              <a:buClr>
                <a:schemeClr val="dk1"/>
              </a:buClr>
              <a:buSzPts val="1100"/>
              <a:buFont typeface="Arial"/>
              <a:buChar char="»"/>
              <a:defRPr sz="1100"/>
            </a:lvl5pPr>
            <a:lvl6pPr indent="-298450" lvl="5" marL="2743200" algn="l">
              <a:spcBef>
                <a:spcPts val="220"/>
              </a:spcBef>
              <a:spcAft>
                <a:spcPts val="0"/>
              </a:spcAft>
              <a:buClr>
                <a:schemeClr val="dk1"/>
              </a:buClr>
              <a:buSzPts val="1100"/>
              <a:buFont typeface="Arial"/>
              <a:buChar char="»"/>
              <a:defRPr sz="1100"/>
            </a:lvl6pPr>
            <a:lvl7pPr indent="-298450" lvl="6" marL="3200400" algn="l">
              <a:spcBef>
                <a:spcPts val="220"/>
              </a:spcBef>
              <a:spcAft>
                <a:spcPts val="0"/>
              </a:spcAft>
              <a:buClr>
                <a:schemeClr val="dk1"/>
              </a:buClr>
              <a:buSzPts val="1100"/>
              <a:buFont typeface="Arial"/>
              <a:buChar char="»"/>
              <a:defRPr sz="1100"/>
            </a:lvl7pPr>
            <a:lvl8pPr indent="-298450" lvl="7" marL="3657600" algn="l">
              <a:spcBef>
                <a:spcPts val="220"/>
              </a:spcBef>
              <a:spcAft>
                <a:spcPts val="0"/>
              </a:spcAft>
              <a:buClr>
                <a:schemeClr val="dk1"/>
              </a:buClr>
              <a:buSzPts val="1100"/>
              <a:buFont typeface="Arial"/>
              <a:buChar char="»"/>
              <a:defRPr sz="1100"/>
            </a:lvl8pPr>
            <a:lvl9pPr indent="-298450" lvl="8" marL="4114800" algn="l">
              <a:spcBef>
                <a:spcPts val="220"/>
              </a:spcBef>
              <a:spcAft>
                <a:spcPts val="0"/>
              </a:spcAft>
              <a:buClr>
                <a:schemeClr val="dk1"/>
              </a:buClr>
              <a:buSzPts val="1100"/>
              <a:buFont typeface="Arial"/>
              <a:buChar char="»"/>
              <a:defRPr sz="11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9" name="Shape 129"/>
        <p:cNvGrpSpPr/>
        <p:nvPr/>
      </p:nvGrpSpPr>
      <p:grpSpPr>
        <a:xfrm>
          <a:off x="0" y="0"/>
          <a:ext cx="0" cy="0"/>
          <a:chOff x="0" y="0"/>
          <a:chExt cx="0" cy="0"/>
        </a:xfrm>
      </p:grpSpPr>
      <p:sp>
        <p:nvSpPr>
          <p:cNvPr id="130" name="Google Shape;130;p33"/>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1" name="Google Shape;131;p33"/>
          <p:cNvSpPr txBox="1"/>
          <p:nvPr>
            <p:ph idx="1" type="body"/>
          </p:nvPr>
        </p:nvSpPr>
        <p:spPr>
          <a:xfrm>
            <a:off x="337633" y="4419755"/>
            <a:ext cx="10233636" cy="25201933"/>
          </a:xfrm>
          <a:prstGeom prst="rect">
            <a:avLst/>
          </a:prstGeom>
          <a:noFill/>
          <a:ln>
            <a:noFill/>
          </a:ln>
        </p:spPr>
        <p:txBody>
          <a:bodyPr anchorCtr="0" anchor="t" bIns="264625" lIns="264625" spcFirstLastPara="1" rIns="264625" wrap="square" tIns="264625">
            <a:noAutofit/>
          </a:bodyPr>
          <a:lstStyle>
            <a:lvl1pPr indent="-355600" lvl="0" marL="457200" algn="l">
              <a:spcBef>
                <a:spcPts val="400"/>
              </a:spcBef>
              <a:spcAft>
                <a:spcPts val="0"/>
              </a:spcAft>
              <a:buClr>
                <a:schemeClr val="dk2"/>
              </a:buClr>
              <a:buSzPts val="2000"/>
              <a:buFont typeface="Arial"/>
              <a:buChar char="•"/>
              <a:defRPr sz="2000"/>
            </a:lvl1pPr>
            <a:lvl2pPr indent="-336550" lvl="1" marL="914400" algn="l">
              <a:spcBef>
                <a:spcPts val="340"/>
              </a:spcBef>
              <a:spcAft>
                <a:spcPts val="0"/>
              </a:spcAft>
              <a:buClr>
                <a:schemeClr val="dk2"/>
              </a:buClr>
              <a:buSzPts val="1700"/>
              <a:buFont typeface="Arial"/>
              <a:buChar char="–"/>
              <a:defRPr sz="17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11150" lvl="5" marL="2743200" algn="l">
              <a:spcBef>
                <a:spcPts val="260"/>
              </a:spcBef>
              <a:spcAft>
                <a:spcPts val="0"/>
              </a:spcAft>
              <a:buClr>
                <a:schemeClr val="dk1"/>
              </a:buClr>
              <a:buSzPts val="1300"/>
              <a:buFont typeface="Arial"/>
              <a:buChar char="»"/>
              <a:defRPr sz="1300"/>
            </a:lvl6pPr>
            <a:lvl7pPr indent="-311150" lvl="6" marL="3200400" algn="l">
              <a:spcBef>
                <a:spcPts val="260"/>
              </a:spcBef>
              <a:spcAft>
                <a:spcPts val="0"/>
              </a:spcAft>
              <a:buClr>
                <a:schemeClr val="dk1"/>
              </a:buClr>
              <a:buSzPts val="1300"/>
              <a:buFont typeface="Arial"/>
              <a:buChar char="»"/>
              <a:defRPr sz="1300"/>
            </a:lvl7pPr>
            <a:lvl8pPr indent="-311150" lvl="7" marL="3657600" algn="l">
              <a:spcBef>
                <a:spcPts val="260"/>
              </a:spcBef>
              <a:spcAft>
                <a:spcPts val="0"/>
              </a:spcAft>
              <a:buClr>
                <a:schemeClr val="dk1"/>
              </a:buClr>
              <a:buSzPts val="1300"/>
              <a:buFont typeface="Arial"/>
              <a:buChar char="»"/>
              <a:defRPr sz="1300"/>
            </a:lvl8pPr>
            <a:lvl9pPr indent="-311150" lvl="8" marL="4114800" algn="l">
              <a:spcBef>
                <a:spcPts val="260"/>
              </a:spcBef>
              <a:spcAft>
                <a:spcPts val="0"/>
              </a:spcAft>
              <a:buClr>
                <a:schemeClr val="dk1"/>
              </a:buClr>
              <a:buSzPts val="1300"/>
              <a:buFont typeface="Arial"/>
              <a:buChar char="»"/>
              <a:defRPr sz="1300"/>
            </a:lvl9pPr>
          </a:lstStyle>
          <a:p/>
        </p:txBody>
      </p:sp>
      <p:sp>
        <p:nvSpPr>
          <p:cNvPr id="132" name="Google Shape;132;p33"/>
          <p:cNvSpPr txBox="1"/>
          <p:nvPr>
            <p:ph idx="2" type="body"/>
          </p:nvPr>
        </p:nvSpPr>
        <p:spPr>
          <a:xfrm>
            <a:off x="10661806" y="4419755"/>
            <a:ext cx="10234579" cy="25201933"/>
          </a:xfrm>
          <a:prstGeom prst="rect">
            <a:avLst/>
          </a:prstGeom>
          <a:noFill/>
          <a:ln>
            <a:noFill/>
          </a:ln>
        </p:spPr>
        <p:txBody>
          <a:bodyPr anchorCtr="0" anchor="t" bIns="264625" lIns="264625" spcFirstLastPara="1" rIns="264625" wrap="square" tIns="264625">
            <a:noAutofit/>
          </a:bodyPr>
          <a:lstStyle>
            <a:lvl1pPr indent="-355600" lvl="0" marL="457200" algn="l">
              <a:spcBef>
                <a:spcPts val="400"/>
              </a:spcBef>
              <a:spcAft>
                <a:spcPts val="0"/>
              </a:spcAft>
              <a:buClr>
                <a:schemeClr val="dk2"/>
              </a:buClr>
              <a:buSzPts val="2000"/>
              <a:buFont typeface="Arial"/>
              <a:buChar char="•"/>
              <a:defRPr sz="2000"/>
            </a:lvl1pPr>
            <a:lvl2pPr indent="-336550" lvl="1" marL="914400" algn="l">
              <a:spcBef>
                <a:spcPts val="340"/>
              </a:spcBef>
              <a:spcAft>
                <a:spcPts val="0"/>
              </a:spcAft>
              <a:buClr>
                <a:schemeClr val="dk2"/>
              </a:buClr>
              <a:buSzPts val="1700"/>
              <a:buFont typeface="Arial"/>
              <a:buChar char="–"/>
              <a:defRPr sz="17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11150" lvl="5" marL="2743200" algn="l">
              <a:spcBef>
                <a:spcPts val="260"/>
              </a:spcBef>
              <a:spcAft>
                <a:spcPts val="0"/>
              </a:spcAft>
              <a:buClr>
                <a:schemeClr val="dk1"/>
              </a:buClr>
              <a:buSzPts val="1300"/>
              <a:buFont typeface="Arial"/>
              <a:buChar char="»"/>
              <a:defRPr sz="1300"/>
            </a:lvl6pPr>
            <a:lvl7pPr indent="-311150" lvl="6" marL="3200400" algn="l">
              <a:spcBef>
                <a:spcPts val="260"/>
              </a:spcBef>
              <a:spcAft>
                <a:spcPts val="0"/>
              </a:spcAft>
              <a:buClr>
                <a:schemeClr val="dk1"/>
              </a:buClr>
              <a:buSzPts val="1300"/>
              <a:buFont typeface="Arial"/>
              <a:buChar char="»"/>
              <a:defRPr sz="1300"/>
            </a:lvl7pPr>
            <a:lvl8pPr indent="-311150" lvl="7" marL="3657600" algn="l">
              <a:spcBef>
                <a:spcPts val="260"/>
              </a:spcBef>
              <a:spcAft>
                <a:spcPts val="0"/>
              </a:spcAft>
              <a:buClr>
                <a:schemeClr val="dk1"/>
              </a:buClr>
              <a:buSzPts val="1300"/>
              <a:buFont typeface="Arial"/>
              <a:buChar char="»"/>
              <a:defRPr sz="1300"/>
            </a:lvl8pPr>
            <a:lvl9pPr indent="-311150" lvl="8" marL="4114800" algn="l">
              <a:spcBef>
                <a:spcPts val="260"/>
              </a:spcBef>
              <a:spcAft>
                <a:spcPts val="0"/>
              </a:spcAft>
              <a:buClr>
                <a:schemeClr val="dk1"/>
              </a:buClr>
              <a:buSzPts val="1300"/>
              <a:buFont typeface="Arial"/>
              <a:buChar char="»"/>
              <a:defRPr sz="13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3" name="Shape 133"/>
        <p:cNvGrpSpPr/>
        <p:nvPr/>
      </p:nvGrpSpPr>
      <p:grpSpPr>
        <a:xfrm>
          <a:off x="0" y="0"/>
          <a:ext cx="0" cy="0"/>
          <a:chOff x="0" y="0"/>
          <a:chExt cx="0" cy="0"/>
        </a:xfrm>
      </p:grpSpPr>
      <p:sp>
        <p:nvSpPr>
          <p:cNvPr id="134" name="Google Shape;134;p34"/>
          <p:cNvSpPr txBox="1"/>
          <p:nvPr>
            <p:ph type="title"/>
          </p:nvPr>
        </p:nvSpPr>
        <p:spPr>
          <a:xfrm>
            <a:off x="1689102" y="19457591"/>
            <a:ext cx="18179298" cy="6014068"/>
          </a:xfrm>
          <a:prstGeom prst="rect">
            <a:avLst/>
          </a:prstGeom>
          <a:noFill/>
          <a:ln>
            <a:noFill/>
          </a:ln>
        </p:spPr>
        <p:txBody>
          <a:bodyPr anchorCtr="0" anchor="t" bIns="26450" lIns="52900" spcFirstLastPara="1" rIns="52900" wrap="square" tIns="26450">
            <a:noAutofit/>
          </a:bodyPr>
          <a:lstStyle>
            <a:lvl1pPr lvl="0" algn="l">
              <a:spcBef>
                <a:spcPts val="0"/>
              </a:spcBef>
              <a:spcAft>
                <a:spcPts val="0"/>
              </a:spcAft>
              <a:buSzPts val="1400"/>
              <a:buNone/>
              <a:defRPr b="1" sz="28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5" name="Google Shape;135;p34"/>
          <p:cNvSpPr txBox="1"/>
          <p:nvPr>
            <p:ph idx="1" type="body"/>
          </p:nvPr>
        </p:nvSpPr>
        <p:spPr>
          <a:xfrm>
            <a:off x="1689102" y="12833307"/>
            <a:ext cx="18179298" cy="6624287"/>
          </a:xfrm>
          <a:prstGeom prst="rect">
            <a:avLst/>
          </a:prstGeom>
          <a:noFill/>
          <a:ln>
            <a:noFill/>
          </a:ln>
        </p:spPr>
        <p:txBody>
          <a:bodyPr anchorCtr="0" anchor="b" bIns="264625" lIns="264625" spcFirstLastPara="1" rIns="264625" wrap="square" tIns="264625">
            <a:noAutofit/>
          </a:bodyPr>
          <a:lstStyle>
            <a:lvl1pPr indent="-228600" lvl="0" marL="457200" algn="l">
              <a:spcBef>
                <a:spcPts val="280"/>
              </a:spcBef>
              <a:spcAft>
                <a:spcPts val="0"/>
              </a:spcAft>
              <a:buClr>
                <a:schemeClr val="dk2"/>
              </a:buClr>
              <a:buSzPts val="1400"/>
              <a:buFont typeface="Arial"/>
              <a:buNone/>
              <a:defRPr sz="1400"/>
            </a:lvl1pPr>
            <a:lvl2pPr indent="-228600" lvl="1" marL="914400" algn="l">
              <a:spcBef>
                <a:spcPts val="260"/>
              </a:spcBef>
              <a:spcAft>
                <a:spcPts val="0"/>
              </a:spcAft>
              <a:buClr>
                <a:schemeClr val="dk2"/>
              </a:buClr>
              <a:buSzPts val="1300"/>
              <a:buFont typeface="Arial"/>
              <a:buNone/>
              <a:defRPr sz="1300"/>
            </a:lvl2pPr>
            <a:lvl3pPr indent="-228600" lvl="2" marL="1371600" algn="l">
              <a:spcBef>
                <a:spcPts val="220"/>
              </a:spcBef>
              <a:spcAft>
                <a:spcPts val="0"/>
              </a:spcAft>
              <a:buClr>
                <a:schemeClr val="dk1"/>
              </a:buClr>
              <a:buSzPts val="1100"/>
              <a:buFont typeface="Arial"/>
              <a:buNone/>
              <a:defRPr sz="11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spcBef>
                <a:spcPts val="200"/>
              </a:spcBef>
              <a:spcAft>
                <a:spcPts val="0"/>
              </a:spcAft>
              <a:buClr>
                <a:schemeClr val="dk1"/>
              </a:buClr>
              <a:buSzPts val="1000"/>
              <a:buFont typeface="Arial"/>
              <a:buNone/>
              <a:defRPr sz="1000"/>
            </a:lvl6pPr>
            <a:lvl7pPr indent="-228600" lvl="6" marL="3200400" algn="l">
              <a:spcBef>
                <a:spcPts val="200"/>
              </a:spcBef>
              <a:spcAft>
                <a:spcPts val="0"/>
              </a:spcAft>
              <a:buClr>
                <a:schemeClr val="dk1"/>
              </a:buClr>
              <a:buSzPts val="1000"/>
              <a:buFont typeface="Arial"/>
              <a:buNone/>
              <a:defRPr sz="1000"/>
            </a:lvl7pPr>
            <a:lvl8pPr indent="-228600" lvl="7" marL="3657600" algn="l">
              <a:spcBef>
                <a:spcPts val="200"/>
              </a:spcBef>
              <a:spcAft>
                <a:spcPts val="0"/>
              </a:spcAft>
              <a:buClr>
                <a:schemeClr val="dk1"/>
              </a:buClr>
              <a:buSzPts val="1000"/>
              <a:buFont typeface="Arial"/>
              <a:buNone/>
              <a:defRPr sz="1000"/>
            </a:lvl8pPr>
            <a:lvl9pPr indent="-228600" lvl="8" marL="4114800" algn="l">
              <a:spcBef>
                <a:spcPts val="200"/>
              </a:spcBef>
              <a:spcAft>
                <a:spcPts val="0"/>
              </a:spcAft>
              <a:buClr>
                <a:schemeClr val="dk1"/>
              </a:buClr>
              <a:buSzPts val="1000"/>
              <a:buFont typeface="Arial"/>
              <a:buNone/>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6" name="Shape 136"/>
        <p:cNvGrpSpPr/>
        <p:nvPr/>
      </p:nvGrpSpPr>
      <p:grpSpPr>
        <a:xfrm>
          <a:off x="0" y="0"/>
          <a:ext cx="0" cy="0"/>
          <a:chOff x="0" y="0"/>
          <a:chExt cx="0" cy="0"/>
        </a:xfrm>
      </p:grpSpPr>
      <p:sp>
        <p:nvSpPr>
          <p:cNvPr id="137" name="Google Shape;137;p35"/>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35"/>
          <p:cNvSpPr txBox="1"/>
          <p:nvPr>
            <p:ph idx="1" type="body"/>
          </p:nvPr>
        </p:nvSpPr>
        <p:spPr>
          <a:xfrm>
            <a:off x="338137" y="4419600"/>
            <a:ext cx="20558125" cy="25201562"/>
          </a:xfrm>
          <a:prstGeom prst="rect">
            <a:avLst/>
          </a:prstGeom>
          <a:noFill/>
          <a:ln>
            <a:noFill/>
          </a:ln>
        </p:spPr>
        <p:txBody>
          <a:bodyPr anchorCtr="0" anchor="t" bIns="264625" lIns="264625" spcFirstLastPara="1" rIns="264625" wrap="square" tIns="264625">
            <a:noAutofit/>
          </a:bodyPr>
          <a:lstStyle>
            <a:lvl1pPr indent="-342900" lvl="0" marL="457200" algn="l">
              <a:spcBef>
                <a:spcPts val="360"/>
              </a:spcBef>
              <a:spcAft>
                <a:spcPts val="0"/>
              </a:spcAft>
              <a:buClr>
                <a:schemeClr val="dk2"/>
              </a:buClr>
              <a:buSzPts val="1800"/>
              <a:buChar char="•"/>
              <a:defRPr/>
            </a:lvl1pPr>
            <a:lvl2pPr indent="-342900" lvl="1" marL="914400" algn="l">
              <a:spcBef>
                <a:spcPts val="360"/>
              </a:spcBef>
              <a:spcAft>
                <a:spcPts val="0"/>
              </a:spcAft>
              <a:buClr>
                <a:schemeClr val="dk2"/>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9" name="Shape 139"/>
        <p:cNvGrpSpPr/>
        <p:nvPr/>
      </p:nvGrpSpPr>
      <p:grpSpPr>
        <a:xfrm>
          <a:off x="0" y="0"/>
          <a:ext cx="0" cy="0"/>
          <a:chOff x="0" y="0"/>
          <a:chExt cx="0" cy="0"/>
        </a:xfrm>
      </p:grpSpPr>
      <p:sp>
        <p:nvSpPr>
          <p:cNvPr id="140" name="Google Shape;140;p36"/>
          <p:cNvSpPr txBox="1"/>
          <p:nvPr>
            <p:ph type="ctrTitle"/>
          </p:nvPr>
        </p:nvSpPr>
        <p:spPr>
          <a:xfrm>
            <a:off x="1604226" y="9406996"/>
            <a:ext cx="18178355" cy="6489424"/>
          </a:xfrm>
          <a:prstGeom prst="rect">
            <a:avLst/>
          </a:prstGeom>
          <a:noFill/>
          <a:ln>
            <a:noFill/>
          </a:ln>
        </p:spPr>
        <p:txBody>
          <a:bodyPr anchorCtr="0" anchor="ctr" bIns="26450" lIns="52900" spcFirstLastPara="1" rIns="52900" wrap="square" tIns="264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1" name="Google Shape;141;p36"/>
          <p:cNvSpPr txBox="1"/>
          <p:nvPr>
            <p:ph idx="1" type="subTitle"/>
          </p:nvPr>
        </p:nvSpPr>
        <p:spPr>
          <a:xfrm>
            <a:off x="3208444" y="17158252"/>
            <a:ext cx="14969912" cy="7739239"/>
          </a:xfrm>
          <a:prstGeom prst="rect">
            <a:avLst/>
          </a:prstGeom>
          <a:noFill/>
          <a:ln>
            <a:noFill/>
          </a:ln>
        </p:spPr>
        <p:txBody>
          <a:bodyPr anchorCtr="0" anchor="t" bIns="264625" lIns="264625" spcFirstLastPara="1" rIns="264625" wrap="square" tIns="264625">
            <a:noAutofit/>
          </a:bodyPr>
          <a:lstStyle>
            <a:lvl1pPr lvl="0" algn="ctr">
              <a:spcBef>
                <a:spcPts val="340"/>
              </a:spcBef>
              <a:spcAft>
                <a:spcPts val="0"/>
              </a:spcAft>
              <a:buClr>
                <a:schemeClr val="dk2"/>
              </a:buClr>
              <a:buSzPts val="1700"/>
              <a:buFont typeface="Arial"/>
              <a:buNone/>
              <a:defRPr/>
            </a:lvl1pPr>
            <a:lvl2pPr lvl="1" algn="ctr">
              <a:spcBef>
                <a:spcPts val="340"/>
              </a:spcBef>
              <a:spcAft>
                <a:spcPts val="0"/>
              </a:spcAft>
              <a:buClr>
                <a:schemeClr val="dk2"/>
              </a:buClr>
              <a:buSzPts val="1700"/>
              <a:buFont typeface="Arial"/>
              <a:buNone/>
              <a:defRPr/>
            </a:lvl2pPr>
            <a:lvl3pPr lvl="2" algn="ctr">
              <a:spcBef>
                <a:spcPts val="280"/>
              </a:spcBef>
              <a:spcAft>
                <a:spcPts val="0"/>
              </a:spcAft>
              <a:buClr>
                <a:schemeClr val="dk1"/>
              </a:buClr>
              <a:buSzPts val="1400"/>
              <a:buFont typeface="Arial"/>
              <a:buNone/>
              <a:defRPr/>
            </a:lvl3pPr>
            <a:lvl4pPr lvl="3" algn="ctr">
              <a:spcBef>
                <a:spcPts val="220"/>
              </a:spcBef>
              <a:spcAft>
                <a:spcPts val="0"/>
              </a:spcAft>
              <a:buClr>
                <a:schemeClr val="dk1"/>
              </a:buClr>
              <a:buSzPts val="1100"/>
              <a:buFont typeface="Arial"/>
              <a:buNone/>
              <a:defRPr/>
            </a:lvl4pPr>
            <a:lvl5pPr lvl="4" algn="ctr">
              <a:spcBef>
                <a:spcPts val="220"/>
              </a:spcBef>
              <a:spcAft>
                <a:spcPts val="0"/>
              </a:spcAft>
              <a:buClr>
                <a:schemeClr val="dk1"/>
              </a:buClr>
              <a:buSzPts val="1100"/>
              <a:buFont typeface="Arial"/>
              <a:buNone/>
              <a:defRPr/>
            </a:lvl5pPr>
            <a:lvl6pPr lvl="5" algn="ctr">
              <a:spcBef>
                <a:spcPts val="220"/>
              </a:spcBef>
              <a:spcAft>
                <a:spcPts val="0"/>
              </a:spcAft>
              <a:buClr>
                <a:schemeClr val="dk1"/>
              </a:buClr>
              <a:buSzPts val="1100"/>
              <a:buFont typeface="Arial"/>
              <a:buNone/>
              <a:defRPr/>
            </a:lvl6pPr>
            <a:lvl7pPr lvl="6" algn="ctr">
              <a:spcBef>
                <a:spcPts val="220"/>
              </a:spcBef>
              <a:spcAft>
                <a:spcPts val="0"/>
              </a:spcAft>
              <a:buClr>
                <a:schemeClr val="dk1"/>
              </a:buClr>
              <a:buSzPts val="1100"/>
              <a:buFont typeface="Arial"/>
              <a:buNone/>
              <a:defRPr/>
            </a:lvl7pPr>
            <a:lvl8pPr lvl="7" algn="ctr">
              <a:spcBef>
                <a:spcPts val="220"/>
              </a:spcBef>
              <a:spcAft>
                <a:spcPts val="0"/>
              </a:spcAft>
              <a:buClr>
                <a:schemeClr val="dk1"/>
              </a:buClr>
              <a:buSzPts val="1100"/>
              <a:buFont typeface="Arial"/>
              <a:buNone/>
              <a:defRPr/>
            </a:lvl8pPr>
            <a:lvl9pPr lvl="8" algn="ctr">
              <a:spcBef>
                <a:spcPts val="220"/>
              </a:spcBef>
              <a:spcAft>
                <a:spcPts val="0"/>
              </a:spcAft>
              <a:buClr>
                <a:schemeClr val="dk1"/>
              </a:buClr>
              <a:buSzPts val="1100"/>
              <a:buFont typeface="Arial"/>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0F8"/>
        </a:solidFill>
      </p:bgPr>
    </p:bg>
    <p:spTree>
      <p:nvGrpSpPr>
        <p:cNvPr id="9" name="Shape 9"/>
        <p:cNvGrpSpPr/>
        <p:nvPr/>
      </p:nvGrpSpPr>
      <p:grpSpPr>
        <a:xfrm>
          <a:off x="0" y="0"/>
          <a:ext cx="0" cy="0"/>
          <a:chOff x="0" y="0"/>
          <a:chExt cx="0" cy="0"/>
        </a:xfrm>
      </p:grpSpPr>
      <p:sp>
        <p:nvSpPr>
          <p:cNvPr id="10" name="Google Shape;10;p1"/>
          <p:cNvSpPr txBox="1"/>
          <p:nvPr/>
        </p:nvSpPr>
        <p:spPr>
          <a:xfrm>
            <a:off x="0" y="0"/>
            <a:ext cx="21386800" cy="3743325"/>
          </a:xfrm>
          <a:prstGeom prst="rect">
            <a:avLst/>
          </a:prstGeom>
          <a:solidFill>
            <a:schemeClr val="dk1"/>
          </a:solidFill>
          <a:ln>
            <a:noFill/>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1" name="Google Shape;11;p1"/>
          <p:cNvSpPr txBox="1"/>
          <p:nvPr/>
        </p:nvSpPr>
        <p:spPr>
          <a:xfrm>
            <a:off x="455612" y="4416425"/>
            <a:ext cx="6584950" cy="252015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2" name="Google Shape;12;p1"/>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marR="0" rtl="0" algn="ctr">
              <a:spcBef>
                <a:spcPts val="0"/>
              </a:spcBef>
              <a:spcAft>
                <a:spcPts val="0"/>
              </a:spcAft>
              <a:buSzPts val="1400"/>
              <a:buNone/>
              <a:defRPr b="0" i="0" sz="5100" u="none" cap="none" strike="noStrike">
                <a:solidFill>
                  <a:srgbClr val="FFFFFF"/>
                </a:solidFill>
                <a:latin typeface="Arial Black"/>
                <a:ea typeface="Arial Black"/>
                <a:cs typeface="Arial Black"/>
                <a:sym typeface="Arial Black"/>
              </a:defRPr>
            </a:lvl1pPr>
            <a:lvl2pPr lvl="1" marR="0" rtl="0" algn="ctr">
              <a:spcBef>
                <a:spcPts val="0"/>
              </a:spcBef>
              <a:spcAft>
                <a:spcPts val="0"/>
              </a:spcAft>
              <a:buSzPts val="1400"/>
              <a:buNone/>
              <a:defRPr b="0" i="0" sz="5100" u="none" cap="none" strike="noStrike">
                <a:solidFill>
                  <a:srgbClr val="FFFFFF"/>
                </a:solidFill>
                <a:latin typeface="Arial Black"/>
                <a:ea typeface="Arial Black"/>
                <a:cs typeface="Arial Black"/>
                <a:sym typeface="Arial Black"/>
              </a:defRPr>
            </a:lvl2pPr>
            <a:lvl3pPr lvl="2" marR="0" rtl="0" algn="ctr">
              <a:spcBef>
                <a:spcPts val="0"/>
              </a:spcBef>
              <a:spcAft>
                <a:spcPts val="0"/>
              </a:spcAft>
              <a:buSzPts val="1400"/>
              <a:buNone/>
              <a:defRPr b="0" i="0" sz="5100" u="none" cap="none" strike="noStrike">
                <a:solidFill>
                  <a:srgbClr val="FFFFFF"/>
                </a:solidFill>
                <a:latin typeface="Arial Black"/>
                <a:ea typeface="Arial Black"/>
                <a:cs typeface="Arial Black"/>
                <a:sym typeface="Arial Black"/>
              </a:defRPr>
            </a:lvl3pPr>
            <a:lvl4pPr lvl="3" marR="0" rtl="0" algn="ctr">
              <a:spcBef>
                <a:spcPts val="0"/>
              </a:spcBef>
              <a:spcAft>
                <a:spcPts val="0"/>
              </a:spcAft>
              <a:buSzPts val="1400"/>
              <a:buNone/>
              <a:defRPr b="0" i="0" sz="5100" u="none" cap="none" strike="noStrike">
                <a:solidFill>
                  <a:srgbClr val="FFFFFF"/>
                </a:solidFill>
                <a:latin typeface="Arial Black"/>
                <a:ea typeface="Arial Black"/>
                <a:cs typeface="Arial Black"/>
                <a:sym typeface="Arial Black"/>
              </a:defRPr>
            </a:lvl4pPr>
            <a:lvl5pPr lvl="4" marR="0" rtl="0" algn="ctr">
              <a:spcBef>
                <a:spcPts val="0"/>
              </a:spcBef>
              <a:spcAft>
                <a:spcPts val="0"/>
              </a:spcAft>
              <a:buSzPts val="1400"/>
              <a:buNone/>
              <a:defRPr b="0" i="0" sz="5100" u="none" cap="none" strike="noStrike">
                <a:solidFill>
                  <a:srgbClr val="FFFFFF"/>
                </a:solidFill>
                <a:latin typeface="Arial Black"/>
                <a:ea typeface="Arial Black"/>
                <a:cs typeface="Arial Black"/>
                <a:sym typeface="Arial Black"/>
              </a:defRPr>
            </a:lvl5pPr>
            <a:lvl6pPr lvl="5" marR="0" rtl="0" algn="ctr">
              <a:spcBef>
                <a:spcPts val="0"/>
              </a:spcBef>
              <a:spcAft>
                <a:spcPts val="0"/>
              </a:spcAft>
              <a:buSzPts val="1400"/>
              <a:buNone/>
              <a:defRPr b="0" i="0" sz="510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510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510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5100" u="none" cap="none" strike="noStrike">
                <a:solidFill>
                  <a:schemeClr val="dk2"/>
                </a:solidFill>
                <a:latin typeface="Arial Black"/>
                <a:ea typeface="Arial Black"/>
                <a:cs typeface="Arial Black"/>
                <a:sym typeface="Arial Black"/>
              </a:defRPr>
            </a:lvl9pPr>
          </a:lstStyle>
          <a:p/>
        </p:txBody>
      </p:sp>
      <p:sp>
        <p:nvSpPr>
          <p:cNvPr id="13" name="Google Shape;13;p1"/>
          <p:cNvSpPr txBox="1"/>
          <p:nvPr>
            <p:ph idx="1" type="body"/>
          </p:nvPr>
        </p:nvSpPr>
        <p:spPr>
          <a:xfrm>
            <a:off x="468312" y="4416425"/>
            <a:ext cx="6572250" cy="25206325"/>
          </a:xfrm>
          <a:prstGeom prst="rect">
            <a:avLst/>
          </a:prstGeom>
          <a:noFill/>
          <a:ln>
            <a:noFill/>
          </a:ln>
        </p:spPr>
        <p:txBody>
          <a:bodyPr anchorCtr="0" anchor="t" bIns="264625" lIns="264625" spcFirstLastPara="1" rIns="264625" wrap="square" tIns="264625">
            <a:noAutofit/>
          </a:bodyPr>
          <a:lstStyle>
            <a:lvl1pPr indent="-336550" lvl="0" marL="457200" marR="0" rtl="0" algn="l">
              <a:spcBef>
                <a:spcPts val="340"/>
              </a:spcBef>
              <a:spcAft>
                <a:spcPts val="0"/>
              </a:spcAft>
              <a:buClr>
                <a:schemeClr val="dk2"/>
              </a:buClr>
              <a:buSzPts val="1700"/>
              <a:buFont typeface="Arial"/>
              <a:buChar char="•"/>
              <a:defRPr b="0" i="0" sz="1700" u="none" cap="none" strike="noStrike">
                <a:solidFill>
                  <a:schemeClr val="dk2"/>
                </a:solidFill>
                <a:latin typeface="Arial"/>
                <a:ea typeface="Arial"/>
                <a:cs typeface="Arial"/>
                <a:sym typeface="Arial"/>
              </a:defRPr>
            </a:lvl1pPr>
            <a:lvl2pPr indent="-336550" lvl="1" marL="914400" marR="0" rtl="0" algn="l">
              <a:spcBef>
                <a:spcPts val="340"/>
              </a:spcBef>
              <a:spcAft>
                <a:spcPts val="0"/>
              </a:spcAft>
              <a:buClr>
                <a:schemeClr val="dk2"/>
              </a:buClr>
              <a:buSzPts val="1700"/>
              <a:buFont typeface="Arial"/>
              <a:buChar char="–"/>
              <a:defRPr b="0" i="0" sz="1700" u="none" cap="none" strike="noStrike">
                <a:solidFill>
                  <a:schemeClr val="dk2"/>
                </a:solidFill>
                <a:latin typeface="Arial"/>
                <a:ea typeface="Arial"/>
                <a:cs typeface="Arial"/>
                <a:sym typeface="Arial"/>
              </a:defRPr>
            </a:lvl2pPr>
            <a:lvl3pPr indent="-317500" lvl="2" marL="1371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298450" lvl="3" marL="18288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14" name="Google Shape;14;p1"/>
          <p:cNvSpPr txBox="1"/>
          <p:nvPr/>
        </p:nvSpPr>
        <p:spPr>
          <a:xfrm>
            <a:off x="0" y="0"/>
            <a:ext cx="21386800" cy="30279975"/>
          </a:xfrm>
          <a:prstGeom prst="rect">
            <a:avLst/>
          </a:prstGeom>
          <a:noFill/>
          <a:ln>
            <a:noFill/>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5" name="Google Shape;15;p1"/>
          <p:cNvSpPr txBox="1"/>
          <p:nvPr/>
        </p:nvSpPr>
        <p:spPr>
          <a:xfrm>
            <a:off x="14311312" y="4416425"/>
            <a:ext cx="6584950" cy="25201562"/>
          </a:xfrm>
          <a:prstGeom prst="rect">
            <a:avLst/>
          </a:prstGeom>
          <a:solidFill>
            <a:schemeClr val="lt2"/>
          </a:solidFill>
          <a:ln cap="flat" cmpd="sng" w="12700">
            <a:solidFill>
              <a:schemeClr val="dk1"/>
            </a:solidFill>
            <a:prstDash val="solid"/>
            <a:miter lim="800000"/>
            <a:headEnd len="sm" w="sm" type="none"/>
            <a:tailEnd len="sm" w="sm" type="none"/>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6" name="Google Shape;16;p1"/>
          <p:cNvSpPr txBox="1"/>
          <p:nvPr/>
        </p:nvSpPr>
        <p:spPr>
          <a:xfrm>
            <a:off x="7383462" y="4416425"/>
            <a:ext cx="6583362" cy="25201562"/>
          </a:xfrm>
          <a:prstGeom prst="rect">
            <a:avLst/>
          </a:prstGeom>
          <a:solidFill>
            <a:schemeClr val="lt2"/>
          </a:solidFill>
          <a:ln cap="flat" cmpd="sng" w="12700">
            <a:solidFill>
              <a:schemeClr val="dk1"/>
            </a:solidFill>
            <a:prstDash val="solid"/>
            <a:miter lim="800000"/>
            <a:headEnd len="sm" w="sm" type="none"/>
            <a:tailEnd len="sm" w="sm" type="none"/>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7" name="Google Shape;17;p1"/>
          <p:cNvSpPr txBox="1"/>
          <p:nvPr/>
        </p:nvSpPr>
        <p:spPr>
          <a:xfrm>
            <a:off x="455612" y="29884687"/>
            <a:ext cx="2336800" cy="115887"/>
          </a:xfrm>
          <a:prstGeom prst="rect">
            <a:avLst/>
          </a:prstGeom>
          <a:noFill/>
          <a:ln>
            <a:noFill/>
          </a:ln>
        </p:spPr>
        <p:txBody>
          <a:bodyPr anchorCtr="0" anchor="t" bIns="26450" lIns="52900" spcFirstLastPara="1" rIns="52900" wrap="square" tIns="26450">
            <a:spAutoFit/>
          </a:bodyPr>
          <a:lstStyle/>
          <a:p>
            <a:pPr indent="0" lvl="0" marL="0" marR="0" rtl="0" algn="l">
              <a:lnSpc>
                <a:spcPct val="65000"/>
              </a:lnSpc>
              <a:spcBef>
                <a:spcPts val="0"/>
              </a:spcBef>
              <a:spcAft>
                <a:spcPts val="0"/>
              </a:spcAft>
              <a:buClr>
                <a:schemeClr val="dk1"/>
              </a:buClr>
              <a:buSzPts val="600"/>
              <a:buFont typeface="Arial"/>
              <a:buNone/>
            </a:pPr>
            <a:r>
              <a:rPr b="1" i="0" lang="en-US" sz="600" u="none">
                <a:solidFill>
                  <a:schemeClr val="dk1"/>
                </a:solidFill>
                <a:latin typeface="Arial"/>
                <a:ea typeface="Arial"/>
                <a:cs typeface="Arial"/>
                <a:sym typeface="Arial"/>
              </a:rPr>
              <a:t>Poster template by ResearchPosters.co.za</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0F8"/>
        </a:solidFill>
      </p:bgPr>
    </p:bg>
    <p:spTree>
      <p:nvGrpSpPr>
        <p:cNvPr id="54" name="Shape 54"/>
        <p:cNvGrpSpPr/>
        <p:nvPr/>
      </p:nvGrpSpPr>
      <p:grpSpPr>
        <a:xfrm>
          <a:off x="0" y="0"/>
          <a:ext cx="0" cy="0"/>
          <a:chOff x="0" y="0"/>
          <a:chExt cx="0" cy="0"/>
        </a:xfrm>
      </p:grpSpPr>
      <p:sp>
        <p:nvSpPr>
          <p:cNvPr id="55" name="Google Shape;55;p13"/>
          <p:cNvSpPr txBox="1"/>
          <p:nvPr/>
        </p:nvSpPr>
        <p:spPr>
          <a:xfrm>
            <a:off x="0" y="0"/>
            <a:ext cx="21386800" cy="3871912"/>
          </a:xfrm>
          <a:prstGeom prst="rect">
            <a:avLst/>
          </a:prstGeom>
          <a:solidFill>
            <a:schemeClr val="dk1"/>
          </a:solidFill>
          <a:ln>
            <a:noFill/>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56" name="Google Shape;56;p13"/>
          <p:cNvSpPr txBox="1"/>
          <p:nvPr/>
        </p:nvSpPr>
        <p:spPr>
          <a:xfrm>
            <a:off x="457200" y="4419600"/>
            <a:ext cx="4859337" cy="252015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57" name="Google Shape;57;p13"/>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1pPr>
            <a:lvl2pPr lvl="1"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2pPr>
            <a:lvl3pPr lvl="2"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3pPr>
            <a:lvl4pPr lvl="3"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4pPr>
            <a:lvl5pPr lvl="4"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5pPr>
            <a:lvl6pPr lvl="5"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9pPr>
          </a:lstStyle>
          <a:p/>
        </p:txBody>
      </p:sp>
      <p:sp>
        <p:nvSpPr>
          <p:cNvPr id="58" name="Google Shape;58;p13"/>
          <p:cNvSpPr txBox="1"/>
          <p:nvPr>
            <p:ph idx="1" type="body"/>
          </p:nvPr>
        </p:nvSpPr>
        <p:spPr>
          <a:xfrm>
            <a:off x="457200" y="4430712"/>
            <a:ext cx="4859337" cy="25203150"/>
          </a:xfrm>
          <a:prstGeom prst="rect">
            <a:avLst/>
          </a:prstGeom>
          <a:noFill/>
          <a:ln>
            <a:noFill/>
          </a:ln>
        </p:spPr>
        <p:txBody>
          <a:bodyPr anchorCtr="0" anchor="t" bIns="264625" lIns="264625" spcFirstLastPara="1" rIns="264625" wrap="square" tIns="264625">
            <a:noAutofit/>
          </a:bodyPr>
          <a:lstStyle>
            <a:lvl1pPr indent="-336550" lvl="0" marL="457200" marR="0" rtl="0" algn="l">
              <a:spcBef>
                <a:spcPts val="340"/>
              </a:spcBef>
              <a:spcAft>
                <a:spcPts val="0"/>
              </a:spcAft>
              <a:buClr>
                <a:schemeClr val="dk2"/>
              </a:buClr>
              <a:buSzPts val="1700"/>
              <a:buFont typeface="Arial"/>
              <a:buChar char="•"/>
              <a:defRPr b="0" i="0" sz="1700" u="none" cap="none" strike="noStrike">
                <a:solidFill>
                  <a:schemeClr val="dk2"/>
                </a:solidFill>
                <a:latin typeface="Arial"/>
                <a:ea typeface="Arial"/>
                <a:cs typeface="Arial"/>
                <a:sym typeface="Arial"/>
              </a:defRPr>
            </a:lvl1pPr>
            <a:lvl2pPr indent="-336550" lvl="1" marL="914400" marR="0" rtl="0" algn="l">
              <a:spcBef>
                <a:spcPts val="340"/>
              </a:spcBef>
              <a:spcAft>
                <a:spcPts val="0"/>
              </a:spcAft>
              <a:buClr>
                <a:schemeClr val="dk2"/>
              </a:buClr>
              <a:buSzPts val="1700"/>
              <a:buFont typeface="Arial"/>
              <a:buChar char="–"/>
              <a:defRPr b="0" i="0" sz="1700" u="none" cap="none" strike="noStrike">
                <a:solidFill>
                  <a:schemeClr val="dk2"/>
                </a:solidFill>
                <a:latin typeface="Arial"/>
                <a:ea typeface="Arial"/>
                <a:cs typeface="Arial"/>
                <a:sym typeface="Arial"/>
              </a:defRPr>
            </a:lvl2pPr>
            <a:lvl3pPr indent="-317500" lvl="2" marL="1371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298450" lvl="3" marL="18288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59" name="Google Shape;59;p13"/>
          <p:cNvSpPr txBox="1"/>
          <p:nvPr/>
        </p:nvSpPr>
        <p:spPr>
          <a:xfrm>
            <a:off x="0" y="0"/>
            <a:ext cx="21386800" cy="30279975"/>
          </a:xfrm>
          <a:prstGeom prst="rect">
            <a:avLst/>
          </a:prstGeom>
          <a:noFill/>
          <a:ln>
            <a:noFill/>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60" name="Google Shape;60;p13"/>
          <p:cNvSpPr txBox="1"/>
          <p:nvPr/>
        </p:nvSpPr>
        <p:spPr>
          <a:xfrm>
            <a:off x="5599112" y="4419600"/>
            <a:ext cx="10117137" cy="252015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61" name="Google Shape;61;p13"/>
          <p:cNvSpPr txBox="1"/>
          <p:nvPr/>
        </p:nvSpPr>
        <p:spPr>
          <a:xfrm>
            <a:off x="16033750" y="4419600"/>
            <a:ext cx="4862512" cy="252015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62" name="Google Shape;62;p13"/>
          <p:cNvSpPr txBox="1"/>
          <p:nvPr/>
        </p:nvSpPr>
        <p:spPr>
          <a:xfrm>
            <a:off x="457200" y="29895800"/>
            <a:ext cx="2336800" cy="115887"/>
          </a:xfrm>
          <a:prstGeom prst="rect">
            <a:avLst/>
          </a:prstGeom>
          <a:noFill/>
          <a:ln>
            <a:noFill/>
          </a:ln>
        </p:spPr>
        <p:txBody>
          <a:bodyPr anchorCtr="0" anchor="t" bIns="26450" lIns="52900" spcFirstLastPara="1" rIns="52900" wrap="square" tIns="26450">
            <a:spAutoFit/>
          </a:bodyPr>
          <a:lstStyle/>
          <a:p>
            <a:pPr indent="0" lvl="0" marL="0" marR="0" rtl="0" algn="l">
              <a:lnSpc>
                <a:spcPct val="65000"/>
              </a:lnSpc>
              <a:spcBef>
                <a:spcPts val="0"/>
              </a:spcBef>
              <a:spcAft>
                <a:spcPts val="0"/>
              </a:spcAft>
              <a:buClr>
                <a:schemeClr val="dk1"/>
              </a:buClr>
              <a:buSzPts val="600"/>
              <a:buFont typeface="Arial"/>
              <a:buNone/>
            </a:pPr>
            <a:r>
              <a:rPr b="1" i="0" lang="en-US" sz="600" u="none">
                <a:solidFill>
                  <a:schemeClr val="dk1"/>
                </a:solidFill>
                <a:latin typeface="Arial"/>
                <a:ea typeface="Arial"/>
                <a:cs typeface="Arial"/>
                <a:sym typeface="Arial"/>
              </a:rPr>
              <a:t>Poster template by ResearchPosters.co.za</a:t>
            </a:r>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F0F8"/>
        </a:solidFill>
      </p:bgPr>
    </p:bg>
    <p:spTree>
      <p:nvGrpSpPr>
        <p:cNvPr id="99" name="Shape 99"/>
        <p:cNvGrpSpPr/>
        <p:nvPr/>
      </p:nvGrpSpPr>
      <p:grpSpPr>
        <a:xfrm>
          <a:off x="0" y="0"/>
          <a:ext cx="0" cy="0"/>
          <a:chOff x="0" y="0"/>
          <a:chExt cx="0" cy="0"/>
        </a:xfrm>
      </p:grpSpPr>
      <p:sp>
        <p:nvSpPr>
          <p:cNvPr id="100" name="Google Shape;100;p25"/>
          <p:cNvSpPr txBox="1"/>
          <p:nvPr/>
        </p:nvSpPr>
        <p:spPr>
          <a:xfrm>
            <a:off x="0" y="0"/>
            <a:ext cx="21386800" cy="3871912"/>
          </a:xfrm>
          <a:prstGeom prst="rect">
            <a:avLst/>
          </a:prstGeom>
          <a:solidFill>
            <a:schemeClr val="dk1"/>
          </a:solidFill>
          <a:ln>
            <a:noFill/>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01" name="Google Shape;101;p25"/>
          <p:cNvSpPr txBox="1"/>
          <p:nvPr/>
        </p:nvSpPr>
        <p:spPr>
          <a:xfrm>
            <a:off x="338137" y="4419600"/>
            <a:ext cx="20643850" cy="252015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02" name="Google Shape;102;p25"/>
          <p:cNvSpPr txBox="1"/>
          <p:nvPr>
            <p:ph type="title"/>
          </p:nvPr>
        </p:nvSpPr>
        <p:spPr>
          <a:xfrm>
            <a:off x="468312" y="1171575"/>
            <a:ext cx="20427950" cy="2024062"/>
          </a:xfrm>
          <a:prstGeom prst="rect">
            <a:avLst/>
          </a:prstGeom>
          <a:noFill/>
          <a:ln>
            <a:noFill/>
          </a:ln>
        </p:spPr>
        <p:txBody>
          <a:bodyPr anchorCtr="0" anchor="ctr" bIns="26450" lIns="52900" spcFirstLastPara="1" rIns="52900" wrap="square" tIns="26450">
            <a:noAutofit/>
          </a:bodyPr>
          <a:lstStyle>
            <a:lvl1pPr lvl="0"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1pPr>
            <a:lvl2pPr lvl="1"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2pPr>
            <a:lvl3pPr lvl="2"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3pPr>
            <a:lvl4pPr lvl="3"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4pPr>
            <a:lvl5pPr lvl="4" marR="0" rtl="0" algn="ctr">
              <a:spcBef>
                <a:spcPts val="0"/>
              </a:spcBef>
              <a:spcAft>
                <a:spcPts val="0"/>
              </a:spcAft>
              <a:buSzPts val="1400"/>
              <a:buNone/>
              <a:defRPr b="0" i="0" sz="5000" u="none" cap="none" strike="noStrike">
                <a:solidFill>
                  <a:schemeClr val="lt1"/>
                </a:solidFill>
                <a:latin typeface="Arial Black"/>
                <a:ea typeface="Arial Black"/>
                <a:cs typeface="Arial Black"/>
                <a:sym typeface="Arial Black"/>
              </a:defRPr>
            </a:lvl5pPr>
            <a:lvl6pPr lvl="5"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5000" u="none" cap="none" strike="noStrike">
                <a:solidFill>
                  <a:schemeClr val="dk2"/>
                </a:solidFill>
                <a:latin typeface="Arial Black"/>
                <a:ea typeface="Arial Black"/>
                <a:cs typeface="Arial Black"/>
                <a:sym typeface="Arial Black"/>
              </a:defRPr>
            </a:lvl9pPr>
          </a:lstStyle>
          <a:p/>
        </p:txBody>
      </p:sp>
      <p:sp>
        <p:nvSpPr>
          <p:cNvPr id="103" name="Google Shape;103;p25"/>
          <p:cNvSpPr txBox="1"/>
          <p:nvPr>
            <p:ph idx="1" type="body"/>
          </p:nvPr>
        </p:nvSpPr>
        <p:spPr>
          <a:xfrm>
            <a:off x="338137" y="4419600"/>
            <a:ext cx="20558125" cy="25201562"/>
          </a:xfrm>
          <a:prstGeom prst="rect">
            <a:avLst/>
          </a:prstGeom>
          <a:noFill/>
          <a:ln>
            <a:noFill/>
          </a:ln>
        </p:spPr>
        <p:txBody>
          <a:bodyPr anchorCtr="0" anchor="t" bIns="264625" lIns="264625" spcFirstLastPara="1" rIns="264625" wrap="square" tIns="264625">
            <a:noAutofit/>
          </a:bodyPr>
          <a:lstStyle>
            <a:lvl1pPr indent="-336550" lvl="0" marL="457200" marR="0" rtl="0" algn="l">
              <a:spcBef>
                <a:spcPts val="340"/>
              </a:spcBef>
              <a:spcAft>
                <a:spcPts val="0"/>
              </a:spcAft>
              <a:buClr>
                <a:schemeClr val="dk2"/>
              </a:buClr>
              <a:buSzPts val="1700"/>
              <a:buFont typeface="Arial"/>
              <a:buChar char="•"/>
              <a:defRPr b="0" i="0" sz="1700" u="none" cap="none" strike="noStrike">
                <a:solidFill>
                  <a:schemeClr val="dk2"/>
                </a:solidFill>
                <a:latin typeface="Arial"/>
                <a:ea typeface="Arial"/>
                <a:cs typeface="Arial"/>
                <a:sym typeface="Arial"/>
              </a:defRPr>
            </a:lvl1pPr>
            <a:lvl2pPr indent="-336550" lvl="1" marL="914400" marR="0" rtl="0" algn="l">
              <a:spcBef>
                <a:spcPts val="340"/>
              </a:spcBef>
              <a:spcAft>
                <a:spcPts val="0"/>
              </a:spcAft>
              <a:buClr>
                <a:schemeClr val="dk2"/>
              </a:buClr>
              <a:buSzPts val="1700"/>
              <a:buFont typeface="Arial"/>
              <a:buChar char="–"/>
              <a:defRPr b="0" i="0" sz="1700" u="none" cap="none" strike="noStrike">
                <a:solidFill>
                  <a:schemeClr val="dk2"/>
                </a:solidFill>
                <a:latin typeface="Arial"/>
                <a:ea typeface="Arial"/>
                <a:cs typeface="Arial"/>
                <a:sym typeface="Arial"/>
              </a:defRPr>
            </a:lvl2pPr>
            <a:lvl3pPr indent="-317500" lvl="2" marL="1371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298450" lvl="3" marL="18288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spcBef>
                <a:spcPts val="22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104" name="Google Shape;104;p25"/>
          <p:cNvSpPr txBox="1"/>
          <p:nvPr/>
        </p:nvSpPr>
        <p:spPr>
          <a:xfrm>
            <a:off x="0" y="0"/>
            <a:ext cx="21386800" cy="30279975"/>
          </a:xfrm>
          <a:prstGeom prst="rect">
            <a:avLst/>
          </a:prstGeom>
          <a:noFill/>
          <a:ln>
            <a:noFill/>
          </a:ln>
        </p:spPr>
        <p:txBody>
          <a:bodyPr anchorCtr="0" anchor="ctr" bIns="32300" lIns="64625" spcFirstLastPara="1" rIns="64625" wrap="square" tIns="32300">
            <a:noAutofit/>
          </a:bodyPr>
          <a:lstStyle/>
          <a:p>
            <a:pPr indent="0" lvl="0" marL="0" marR="0" rtl="0" algn="l">
              <a:lnSpc>
                <a:spcPct val="100000"/>
              </a:lnSpc>
              <a:spcBef>
                <a:spcPts val="0"/>
              </a:spcBef>
              <a:spcAft>
                <a:spcPts val="0"/>
              </a:spcAft>
              <a:buNone/>
            </a:pPr>
            <a:r>
              <a:t/>
            </a:r>
            <a:endParaRPr b="0" i="0" sz="1700" u="none">
              <a:solidFill>
                <a:schemeClr val="dk1"/>
              </a:solidFill>
              <a:latin typeface="Arial Narrow"/>
              <a:ea typeface="Arial Narrow"/>
              <a:cs typeface="Arial Narrow"/>
              <a:sym typeface="Arial Narrow"/>
            </a:endParaRPr>
          </a:p>
        </p:txBody>
      </p:sp>
      <p:sp>
        <p:nvSpPr>
          <p:cNvPr id="105" name="Google Shape;105;p25"/>
          <p:cNvSpPr txBox="1"/>
          <p:nvPr/>
        </p:nvSpPr>
        <p:spPr>
          <a:xfrm>
            <a:off x="338137" y="29884687"/>
            <a:ext cx="2336800" cy="115887"/>
          </a:xfrm>
          <a:prstGeom prst="rect">
            <a:avLst/>
          </a:prstGeom>
          <a:noFill/>
          <a:ln>
            <a:noFill/>
          </a:ln>
        </p:spPr>
        <p:txBody>
          <a:bodyPr anchorCtr="0" anchor="t" bIns="26450" lIns="52900" spcFirstLastPara="1" rIns="52900" wrap="square" tIns="26450">
            <a:spAutoFit/>
          </a:bodyPr>
          <a:lstStyle/>
          <a:p>
            <a:pPr indent="0" lvl="0" marL="0" marR="0" rtl="0" algn="l">
              <a:lnSpc>
                <a:spcPct val="65000"/>
              </a:lnSpc>
              <a:spcBef>
                <a:spcPts val="0"/>
              </a:spcBef>
              <a:spcAft>
                <a:spcPts val="0"/>
              </a:spcAft>
              <a:buClr>
                <a:schemeClr val="dk1"/>
              </a:buClr>
              <a:buSzPts val="600"/>
              <a:buFont typeface="Arial"/>
              <a:buNone/>
            </a:pPr>
            <a:r>
              <a:rPr b="1" i="0" lang="en-US" sz="600" u="none">
                <a:solidFill>
                  <a:schemeClr val="dk1"/>
                </a:solidFill>
                <a:latin typeface="Arial"/>
                <a:ea typeface="Arial"/>
                <a:cs typeface="Arial"/>
                <a:sym typeface="Arial"/>
              </a:rPr>
              <a:t>Poster template by ResearchPosters.co.za</a:t>
            </a:r>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5.png"/><Relationship Id="rId13" Type="http://schemas.openxmlformats.org/officeDocument/2006/relationships/image" Target="../media/image6.png"/><Relationship Id="rId12"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4.png"/><Relationship Id="rId15" Type="http://schemas.openxmlformats.org/officeDocument/2006/relationships/image" Target="../media/image9.jpg"/><Relationship Id="rId14" Type="http://schemas.openxmlformats.org/officeDocument/2006/relationships/image" Target="../media/image3.png"/><Relationship Id="rId16" Type="http://schemas.openxmlformats.org/officeDocument/2006/relationships/image" Target="../media/image13.jp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hyperlink" Target="http://www.researchposters.co.za.com/" TargetMode="External"/><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7"/>
          <p:cNvSpPr txBox="1"/>
          <p:nvPr/>
        </p:nvSpPr>
        <p:spPr>
          <a:xfrm>
            <a:off x="338137" y="927100"/>
            <a:ext cx="20635912" cy="2422525"/>
          </a:xfrm>
          <a:prstGeom prst="rect">
            <a:avLst/>
          </a:prstGeom>
          <a:noFill/>
          <a:ln>
            <a:noFill/>
          </a:ln>
        </p:spPr>
        <p:txBody>
          <a:bodyPr anchorCtr="0" anchor="t" bIns="26425" lIns="52900" spcFirstLastPara="1" rIns="52900" wrap="square" tIns="26425">
            <a:spAutoFit/>
          </a:bodyPr>
          <a:lstStyle/>
          <a:p>
            <a:pPr indent="0" lvl="0" marL="0" marR="0" rtl="0" algn="ctr">
              <a:lnSpc>
                <a:spcPct val="100000"/>
              </a:lnSpc>
              <a:spcBef>
                <a:spcPts val="0"/>
              </a:spcBef>
              <a:spcAft>
                <a:spcPts val="0"/>
              </a:spcAft>
              <a:buClr>
                <a:schemeClr val="lt1"/>
              </a:buClr>
              <a:buSzPts val="4200"/>
              <a:buFont typeface="Arial Black"/>
              <a:buNone/>
            </a:pPr>
            <a:r>
              <a:rPr b="0" i="0" lang="en-US" sz="4200" u="none">
                <a:solidFill>
                  <a:schemeClr val="lt1"/>
                </a:solidFill>
                <a:latin typeface="Arial Black"/>
                <a:ea typeface="Arial Black"/>
                <a:cs typeface="Arial Black"/>
                <a:sym typeface="Arial Black"/>
              </a:rPr>
              <a:t>Copywrite Digital Printers</a:t>
            </a:r>
            <a:endParaRPr/>
          </a:p>
          <a:p>
            <a:pPr indent="0" lvl="0" marL="0" marR="0" rtl="0" algn="ctr">
              <a:lnSpc>
                <a:spcPct val="100000"/>
              </a:lnSpc>
              <a:spcBef>
                <a:spcPts val="2100"/>
              </a:spcBef>
              <a:spcAft>
                <a:spcPts val="0"/>
              </a:spcAft>
              <a:buClr>
                <a:schemeClr val="lt1"/>
              </a:buClr>
              <a:buSzPts val="4200"/>
              <a:buFont typeface="Arial Black"/>
              <a:buNone/>
            </a:pPr>
            <a:r>
              <a:rPr b="0" i="0" lang="en-US" sz="4200" u="none">
                <a:solidFill>
                  <a:schemeClr val="lt1"/>
                </a:solidFill>
                <a:latin typeface="Arial Black"/>
                <a:ea typeface="Arial Black"/>
                <a:cs typeface="Arial Black"/>
                <a:sym typeface="Arial Black"/>
              </a:rPr>
              <a:t>Poster Template for a 841mm x 594mm poster presentation</a:t>
            </a:r>
            <a:endParaRPr/>
          </a:p>
          <a:p>
            <a:pPr indent="0" lvl="0" marL="0" marR="0" rtl="0" algn="ctr">
              <a:lnSpc>
                <a:spcPct val="100000"/>
              </a:lnSpc>
              <a:spcBef>
                <a:spcPts val="0"/>
              </a:spcBef>
              <a:spcAft>
                <a:spcPts val="0"/>
              </a:spcAft>
              <a:buClr>
                <a:schemeClr val="lt1"/>
              </a:buClr>
              <a:buSzPts val="2900"/>
              <a:buFont typeface="Arial"/>
              <a:buNone/>
            </a:pPr>
            <a:r>
              <a:rPr b="1" i="0" lang="en-US" sz="2900" u="none">
                <a:solidFill>
                  <a:schemeClr val="lt1"/>
                </a:solidFill>
                <a:latin typeface="Arial"/>
                <a:ea typeface="Arial"/>
                <a:cs typeface="Arial"/>
                <a:sym typeface="Arial"/>
              </a:rPr>
              <a:t>Your name and the names of the people who have contributed to this presentation go here.</a:t>
            </a:r>
            <a:br>
              <a:rPr b="1" i="0" lang="en-US" sz="2900" u="none">
                <a:solidFill>
                  <a:schemeClr val="lt1"/>
                </a:solidFill>
                <a:latin typeface="Arial"/>
                <a:ea typeface="Arial"/>
                <a:cs typeface="Arial"/>
                <a:sym typeface="Arial"/>
              </a:rPr>
            </a:br>
            <a:r>
              <a:rPr b="1" i="0" lang="en-US" sz="2000" u="none">
                <a:solidFill>
                  <a:schemeClr val="lt1"/>
                </a:solidFill>
                <a:latin typeface="Arial"/>
                <a:ea typeface="Arial"/>
                <a:cs typeface="Arial"/>
                <a:sym typeface="Arial"/>
              </a:rPr>
              <a:t>The names and addresses of the associated institutions go here.</a:t>
            </a:r>
            <a:endParaRPr/>
          </a:p>
        </p:txBody>
      </p:sp>
      <p:sp>
        <p:nvSpPr>
          <p:cNvPr id="148" name="Google Shape;148;p37"/>
          <p:cNvSpPr txBox="1"/>
          <p:nvPr/>
        </p:nvSpPr>
        <p:spPr>
          <a:xfrm>
            <a:off x="457200" y="4419600"/>
            <a:ext cx="6584950"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Introduction</a:t>
            </a:r>
            <a:endParaRPr/>
          </a:p>
        </p:txBody>
      </p:sp>
      <p:sp>
        <p:nvSpPr>
          <p:cNvPr id="149" name="Google Shape;149;p37"/>
          <p:cNvSpPr txBox="1"/>
          <p:nvPr/>
        </p:nvSpPr>
        <p:spPr>
          <a:xfrm>
            <a:off x="460375" y="4887912"/>
            <a:ext cx="6581775" cy="4813300"/>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This template was designed to produce a 1189mm x 841mm (A0 size) poster in portrait or landscape orientation. You can modify it as needed for your presentation before you send it back to </a:t>
            </a:r>
            <a:r>
              <a:rPr b="1" i="0" lang="en-US" sz="1800" u="none">
                <a:solidFill>
                  <a:schemeClr val="dk2"/>
                </a:solidFill>
                <a:latin typeface="Arial Narrow"/>
                <a:ea typeface="Arial Narrow"/>
                <a:cs typeface="Arial Narrow"/>
                <a:sym typeface="Arial Narrow"/>
              </a:rPr>
              <a:t>Copywrite, Tralee </a:t>
            </a:r>
            <a:r>
              <a:rPr b="0" i="0" lang="en-US" sz="1800" u="none">
                <a:solidFill>
                  <a:schemeClr val="dk2"/>
                </a:solidFill>
                <a:latin typeface="Arial Narrow"/>
                <a:ea typeface="Arial Narrow"/>
                <a:cs typeface="Arial Narrow"/>
                <a:sym typeface="Arial Narrow"/>
              </a:rPr>
              <a:t>for high quality, same day printing.</a:t>
            </a:r>
            <a:br>
              <a:rPr b="0" i="0" lang="en-US" sz="1800" u="none">
                <a:solidFill>
                  <a:schemeClr val="dk2"/>
                </a:solidFill>
                <a:latin typeface="Arial Narrow"/>
                <a:ea typeface="Arial Narrow"/>
                <a:cs typeface="Arial Narrow"/>
                <a:sym typeface="Arial Narrow"/>
              </a:rPr>
            </a:b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Making use of this template will ensure that your poster will look professional, easy to read and save you valuable time in the layout of your presentation.</a:t>
            </a:r>
            <a:br>
              <a:rPr b="0" i="0" lang="en-US" sz="1800" u="none">
                <a:solidFill>
                  <a:schemeClr val="dk2"/>
                </a:solidFill>
                <a:latin typeface="Arial Narrow"/>
                <a:ea typeface="Arial Narrow"/>
                <a:cs typeface="Arial Narrow"/>
                <a:sym typeface="Arial Narrow"/>
              </a:rPr>
            </a:b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For poster design beginners we have included many useful tips you can find on the poster template itself. </a:t>
            </a:r>
            <a:endParaRPr/>
          </a:p>
          <a:p>
            <a:pPr indent="0" lvl="0" marL="0" marR="0" rtl="0" algn="l">
              <a:lnSpc>
                <a:spcPct val="100000"/>
              </a:lnSpc>
              <a:spcBef>
                <a:spcPts val="0"/>
              </a:spcBef>
              <a:spcAft>
                <a:spcPts val="0"/>
              </a:spcAft>
              <a:buClr>
                <a:schemeClr val="dk1"/>
              </a:buClr>
              <a:buSzPts val="1800"/>
              <a:buFont typeface="Arial Narrow"/>
              <a:buNone/>
            </a:pPr>
            <a:r>
              <a:t/>
            </a:r>
            <a:endParaRPr b="0" i="0" sz="1800" u="none">
              <a:solidFill>
                <a:schemeClr val="dk2"/>
              </a:solidFill>
              <a:latin typeface="Arial Narrow"/>
              <a:ea typeface="Arial Narrow"/>
              <a:cs typeface="Arial Narrow"/>
              <a:sym typeface="Arial Narrow"/>
            </a:endParaRPr>
          </a:p>
          <a:p>
            <a:pPr indent="0" lvl="0" marL="0" marR="0" rtl="0" algn="l">
              <a:lnSpc>
                <a:spcPct val="100000"/>
              </a:lnSpc>
              <a:spcBef>
                <a:spcPts val="0"/>
              </a:spcBef>
              <a:spcAft>
                <a:spcPts val="0"/>
              </a:spcAft>
              <a:buClr>
                <a:schemeClr val="dk2"/>
              </a:buClr>
              <a:buSzPts val="1800"/>
              <a:buFont typeface="Arial Narrow"/>
              <a:buNone/>
            </a:pP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For further assistance and to order your printed poster call </a:t>
            </a:r>
            <a:endParaRPr/>
          </a:p>
          <a:p>
            <a:pPr indent="0" lvl="0" marL="0" marR="0" rtl="0" algn="l">
              <a:lnSpc>
                <a:spcPct val="100000"/>
              </a:lnSpc>
              <a:spcBef>
                <a:spcPts val="0"/>
              </a:spcBef>
              <a:spcAft>
                <a:spcPts val="0"/>
              </a:spcAft>
              <a:buClr>
                <a:schemeClr val="dk2"/>
              </a:buClr>
              <a:buSzPts val="1800"/>
              <a:buFont typeface="Arial Narrow"/>
              <a:buNone/>
            </a:pPr>
            <a:r>
              <a:rPr b="1" i="0" lang="en-US" sz="1800" u="none">
                <a:solidFill>
                  <a:schemeClr val="dk2"/>
                </a:solidFill>
                <a:latin typeface="Arial Narrow"/>
                <a:ea typeface="Arial Narrow"/>
                <a:cs typeface="Arial Narrow"/>
                <a:sym typeface="Arial Narrow"/>
              </a:rPr>
              <a:t>Copywrite Digital Printers</a:t>
            </a:r>
            <a:r>
              <a:rPr b="0" i="0" lang="en-US" sz="1800" u="none">
                <a:solidFill>
                  <a:schemeClr val="dk2"/>
                </a:solidFill>
                <a:latin typeface="Arial Narrow"/>
                <a:ea typeface="Arial Narrow"/>
                <a:cs typeface="Arial Narrow"/>
                <a:sym typeface="Arial Narrow"/>
              </a:rPr>
              <a:t> at </a:t>
            </a:r>
            <a:r>
              <a:rPr b="1" i="0" lang="en-US" sz="1800" u="none">
                <a:solidFill>
                  <a:schemeClr val="dk2"/>
                </a:solidFill>
                <a:latin typeface="Arial Narrow"/>
                <a:ea typeface="Arial Narrow"/>
                <a:cs typeface="Arial Narrow"/>
                <a:sym typeface="Arial Narrow"/>
              </a:rPr>
              <a:t>066 7128671</a:t>
            </a:r>
            <a:endParaRPr/>
          </a:p>
        </p:txBody>
      </p:sp>
      <p:sp>
        <p:nvSpPr>
          <p:cNvPr id="150" name="Google Shape;150;p37"/>
          <p:cNvSpPr txBox="1"/>
          <p:nvPr/>
        </p:nvSpPr>
        <p:spPr>
          <a:xfrm>
            <a:off x="457200" y="12806362"/>
            <a:ext cx="6584950" cy="444500"/>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Poster Basics – Poster Layout</a:t>
            </a:r>
            <a:endParaRPr/>
          </a:p>
        </p:txBody>
      </p:sp>
      <p:sp>
        <p:nvSpPr>
          <p:cNvPr id="151" name="Google Shape;151;p37"/>
          <p:cNvSpPr txBox="1"/>
          <p:nvPr/>
        </p:nvSpPr>
        <p:spPr>
          <a:xfrm>
            <a:off x="927100" y="21832887"/>
            <a:ext cx="1133475" cy="12223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BADCF"/>
              </a:buClr>
              <a:buSzPts val="800"/>
              <a:buFont typeface="Arial Narrow"/>
              <a:buNone/>
            </a:pPr>
            <a:r>
              <a:rPr b="0" i="0" lang="en-US" sz="800" u="none">
                <a:solidFill>
                  <a:srgbClr val="1BADCF"/>
                </a:solidFill>
                <a:latin typeface="Arial Narrow"/>
                <a:ea typeface="Arial Narrow"/>
                <a:cs typeface="Arial Narrow"/>
                <a:sym typeface="Arial Narrow"/>
              </a:rPr>
              <a:t>Figure 1</a:t>
            </a:r>
            <a:endParaRPr/>
          </a:p>
        </p:txBody>
      </p:sp>
      <p:sp>
        <p:nvSpPr>
          <p:cNvPr id="152" name="Google Shape;152;p37"/>
          <p:cNvSpPr txBox="1"/>
          <p:nvPr/>
        </p:nvSpPr>
        <p:spPr>
          <a:xfrm>
            <a:off x="2921000" y="21861462"/>
            <a:ext cx="1135062" cy="1238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BADCF"/>
              </a:buClr>
              <a:buSzPts val="800"/>
              <a:buFont typeface="Arial Narrow"/>
              <a:buNone/>
            </a:pPr>
            <a:r>
              <a:rPr b="0" i="0" lang="en-US" sz="800" u="none">
                <a:solidFill>
                  <a:srgbClr val="1BADCF"/>
                </a:solidFill>
                <a:latin typeface="Arial Narrow"/>
                <a:ea typeface="Arial Narrow"/>
                <a:cs typeface="Arial Narrow"/>
                <a:sym typeface="Arial Narrow"/>
              </a:rPr>
              <a:t>Figure 2</a:t>
            </a:r>
            <a:endParaRPr/>
          </a:p>
        </p:txBody>
      </p:sp>
      <p:pic>
        <p:nvPicPr>
          <p:cNvPr id="153" name="Google Shape;153;p37"/>
          <p:cNvPicPr preferRelativeResize="0"/>
          <p:nvPr/>
        </p:nvPicPr>
        <p:blipFill rotWithShape="1">
          <a:blip r:embed="rId3">
            <a:alphaModFix/>
          </a:blip>
          <a:srcRect b="0" l="0" r="0" t="0"/>
          <a:stretch/>
        </p:blipFill>
        <p:spPr>
          <a:xfrm>
            <a:off x="4705350" y="20816887"/>
            <a:ext cx="1433512" cy="468312"/>
          </a:xfrm>
          <a:prstGeom prst="rect">
            <a:avLst/>
          </a:prstGeom>
          <a:noFill/>
          <a:ln>
            <a:noFill/>
          </a:ln>
        </p:spPr>
      </p:pic>
      <p:grpSp>
        <p:nvGrpSpPr>
          <p:cNvPr id="154" name="Google Shape;154;p37"/>
          <p:cNvGrpSpPr/>
          <p:nvPr/>
        </p:nvGrpSpPr>
        <p:grpSpPr>
          <a:xfrm>
            <a:off x="4705350" y="20196175"/>
            <a:ext cx="1433512" cy="1711325"/>
            <a:chOff x="4801" y="15623"/>
            <a:chExt cx="1631" cy="1198"/>
          </a:xfrm>
        </p:grpSpPr>
        <p:pic>
          <p:nvPicPr>
            <p:cNvPr id="155" name="Google Shape;155;p37"/>
            <p:cNvPicPr preferRelativeResize="0"/>
            <p:nvPr/>
          </p:nvPicPr>
          <p:blipFill rotWithShape="1">
            <a:blip r:embed="rId4">
              <a:alphaModFix/>
            </a:blip>
            <a:srcRect b="0" l="0" r="0" t="0"/>
            <a:stretch/>
          </p:blipFill>
          <p:spPr>
            <a:xfrm>
              <a:off x="4801" y="15623"/>
              <a:ext cx="1631" cy="329"/>
            </a:xfrm>
            <a:prstGeom prst="rect">
              <a:avLst/>
            </a:prstGeom>
            <a:noFill/>
            <a:ln>
              <a:noFill/>
            </a:ln>
          </p:spPr>
        </p:pic>
        <p:pic>
          <p:nvPicPr>
            <p:cNvPr id="156" name="Google Shape;156;p37"/>
            <p:cNvPicPr preferRelativeResize="0"/>
            <p:nvPr/>
          </p:nvPicPr>
          <p:blipFill rotWithShape="1">
            <a:blip r:embed="rId5">
              <a:alphaModFix/>
            </a:blip>
            <a:srcRect b="0" l="0" r="0" t="0"/>
            <a:stretch/>
          </p:blipFill>
          <p:spPr>
            <a:xfrm>
              <a:off x="4801" y="16492"/>
              <a:ext cx="1631" cy="329"/>
            </a:xfrm>
            <a:prstGeom prst="rect">
              <a:avLst/>
            </a:prstGeom>
            <a:noFill/>
            <a:ln>
              <a:noFill/>
            </a:ln>
          </p:spPr>
        </p:pic>
      </p:grpSp>
      <p:sp>
        <p:nvSpPr>
          <p:cNvPr id="157" name="Google Shape;157;p37"/>
          <p:cNvSpPr txBox="1"/>
          <p:nvPr/>
        </p:nvSpPr>
        <p:spPr>
          <a:xfrm>
            <a:off x="4705350" y="21926550"/>
            <a:ext cx="1433512" cy="1238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BADCF"/>
              </a:buClr>
              <a:buSzPts val="800"/>
              <a:buFont typeface="Arial Narrow"/>
              <a:buNone/>
            </a:pPr>
            <a:r>
              <a:rPr b="0" i="0" lang="en-US" sz="800" u="none">
                <a:solidFill>
                  <a:srgbClr val="1BADCF"/>
                </a:solidFill>
                <a:latin typeface="Arial Narrow"/>
                <a:ea typeface="Arial Narrow"/>
                <a:cs typeface="Arial Narrow"/>
                <a:sym typeface="Arial Narrow"/>
              </a:rPr>
              <a:t>Figure 3</a:t>
            </a:r>
            <a:endParaRPr/>
          </a:p>
        </p:txBody>
      </p:sp>
      <p:sp>
        <p:nvSpPr>
          <p:cNvPr id="158" name="Google Shape;158;p37"/>
          <p:cNvSpPr txBox="1"/>
          <p:nvPr/>
        </p:nvSpPr>
        <p:spPr>
          <a:xfrm>
            <a:off x="6156325" y="20226337"/>
            <a:ext cx="106362" cy="369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9900"/>
              </a:buClr>
              <a:buSzPts val="600"/>
              <a:buFont typeface="Arial Narrow"/>
              <a:buNone/>
            </a:pPr>
            <a:r>
              <a:rPr b="0" i="0" lang="en-US" sz="600" u="none">
                <a:solidFill>
                  <a:srgbClr val="009900"/>
                </a:solidFill>
                <a:latin typeface="Arial Narrow"/>
                <a:ea typeface="Arial Narrow"/>
                <a:cs typeface="Arial Narrow"/>
                <a:sym typeface="Arial Narrow"/>
              </a:rPr>
              <a:t>A</a:t>
            </a:r>
            <a:endParaRPr/>
          </a:p>
          <a:p>
            <a:pPr indent="0" lvl="0" marL="0" marR="0" rtl="0" algn="l">
              <a:lnSpc>
                <a:spcPct val="100000"/>
              </a:lnSpc>
              <a:spcBef>
                <a:spcPts val="300"/>
              </a:spcBef>
              <a:spcAft>
                <a:spcPts val="0"/>
              </a:spcAft>
              <a:buClr>
                <a:schemeClr val="dk1"/>
              </a:buClr>
              <a:buSzPts val="600"/>
              <a:buFont typeface="Arial Narrow"/>
              <a:buNone/>
            </a:pPr>
            <a:r>
              <a:t/>
            </a:r>
            <a:endParaRPr b="0" i="0" sz="600" u="none">
              <a:solidFill>
                <a:srgbClr val="009900"/>
              </a:solidFill>
              <a:latin typeface="Arial Narrow"/>
              <a:ea typeface="Arial Narrow"/>
              <a:cs typeface="Arial Narrow"/>
              <a:sym typeface="Arial Narrow"/>
            </a:endParaRPr>
          </a:p>
          <a:p>
            <a:pPr indent="0" lvl="0" marL="0" marR="0" rtl="0" algn="l">
              <a:lnSpc>
                <a:spcPct val="100000"/>
              </a:lnSpc>
              <a:spcBef>
                <a:spcPts val="300"/>
              </a:spcBef>
              <a:spcAft>
                <a:spcPts val="0"/>
              </a:spcAft>
              <a:buClr>
                <a:srgbClr val="009900"/>
              </a:buClr>
              <a:buSzPts val="600"/>
              <a:buFont typeface="Arial Narrow"/>
              <a:buNone/>
            </a:pPr>
            <a:r>
              <a:rPr b="0" i="0" lang="en-US" sz="600" u="none">
                <a:solidFill>
                  <a:srgbClr val="009900"/>
                </a:solidFill>
                <a:latin typeface="Arial Narrow"/>
                <a:ea typeface="Arial Narrow"/>
                <a:cs typeface="Arial Narrow"/>
                <a:sym typeface="Arial Narrow"/>
              </a:rPr>
              <a:t>B</a:t>
            </a:r>
            <a:endParaRPr/>
          </a:p>
        </p:txBody>
      </p:sp>
      <p:sp>
        <p:nvSpPr>
          <p:cNvPr id="159" name="Google Shape;159;p37"/>
          <p:cNvSpPr txBox="1"/>
          <p:nvPr/>
        </p:nvSpPr>
        <p:spPr>
          <a:xfrm>
            <a:off x="457200" y="22690137"/>
            <a:ext cx="6580187"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rgbClr val="F8F8F8"/>
              </a:buClr>
              <a:buSzPts val="2500"/>
              <a:buFont typeface="Arial Narrow"/>
              <a:buNone/>
            </a:pPr>
            <a:r>
              <a:rPr b="1" i="0" lang="en-US" sz="2500" u="none">
                <a:solidFill>
                  <a:srgbClr val="F8F8F8"/>
                </a:solidFill>
                <a:latin typeface="Arial Narrow"/>
                <a:ea typeface="Arial Narrow"/>
                <a:cs typeface="Arial Narrow"/>
                <a:sym typeface="Arial Narrow"/>
              </a:rPr>
              <a:t>Text Sizes</a:t>
            </a:r>
            <a:endParaRPr/>
          </a:p>
        </p:txBody>
      </p:sp>
      <p:sp>
        <p:nvSpPr>
          <p:cNvPr id="160" name="Google Shape;160;p37"/>
          <p:cNvSpPr txBox="1"/>
          <p:nvPr/>
        </p:nvSpPr>
        <p:spPr>
          <a:xfrm>
            <a:off x="457200" y="23131462"/>
            <a:ext cx="6580187" cy="3028950"/>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For this poster template the Arial font family is used at several recommended text sizes. You can use any typeface you like and at any size but try to stay close to the suggested limits.</a:t>
            </a: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Figure 4 gives a visual reference of what different font sizes look like when printed at 100% and at 200%. </a:t>
            </a: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Due to a page size limitation in PowerPoint and unless your poster is going to be less than 56” in length, all the work done on this template is at half the size of the final poster. For example, if you choose a 21 point font for this poster, the actual printed size will appear as 42 points.</a:t>
            </a:r>
            <a:endParaRPr/>
          </a:p>
        </p:txBody>
      </p:sp>
      <p:grpSp>
        <p:nvGrpSpPr>
          <p:cNvPr id="161" name="Google Shape;161;p37"/>
          <p:cNvGrpSpPr/>
          <p:nvPr/>
        </p:nvGrpSpPr>
        <p:grpSpPr>
          <a:xfrm>
            <a:off x="2235200" y="27111325"/>
            <a:ext cx="3152775" cy="1957387"/>
            <a:chOff x="6494" y="4863"/>
            <a:chExt cx="2594" cy="1136"/>
          </a:xfrm>
        </p:grpSpPr>
        <p:pic>
          <p:nvPicPr>
            <p:cNvPr descr="TextRuler" id="162" name="Google Shape;162;p37"/>
            <p:cNvPicPr preferRelativeResize="0"/>
            <p:nvPr/>
          </p:nvPicPr>
          <p:blipFill rotWithShape="1">
            <a:blip r:embed="rId6">
              <a:alphaModFix/>
            </a:blip>
            <a:srcRect b="0" l="0" r="0" t="0"/>
            <a:stretch/>
          </p:blipFill>
          <p:spPr>
            <a:xfrm>
              <a:off x="6494" y="4863"/>
              <a:ext cx="2594" cy="1047"/>
            </a:xfrm>
            <a:prstGeom prst="rect">
              <a:avLst/>
            </a:prstGeom>
            <a:noFill/>
            <a:ln>
              <a:noFill/>
            </a:ln>
          </p:spPr>
        </p:pic>
        <p:sp>
          <p:nvSpPr>
            <p:cNvPr id="163" name="Google Shape;163;p37"/>
            <p:cNvSpPr txBox="1"/>
            <p:nvPr/>
          </p:nvSpPr>
          <p:spPr>
            <a:xfrm>
              <a:off x="6494" y="5910"/>
              <a:ext cx="2594" cy="8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BADCF"/>
                </a:buClr>
                <a:buSzPts val="1000"/>
                <a:buFont typeface="Arial Narrow"/>
                <a:buNone/>
              </a:pPr>
              <a:r>
                <a:rPr b="0" i="0" lang="en-US" sz="1000" u="none">
                  <a:solidFill>
                    <a:srgbClr val="1BADCF"/>
                  </a:solidFill>
                  <a:latin typeface="Arial Narrow"/>
                  <a:ea typeface="Arial Narrow"/>
                  <a:cs typeface="Arial Narrow"/>
                  <a:sym typeface="Arial Narrow"/>
                </a:rPr>
                <a:t>Figure 4</a:t>
              </a:r>
              <a:endParaRPr/>
            </a:p>
          </p:txBody>
        </p:sp>
      </p:grpSp>
      <p:sp>
        <p:nvSpPr>
          <p:cNvPr id="164" name="Google Shape;164;p37"/>
          <p:cNvSpPr txBox="1"/>
          <p:nvPr/>
        </p:nvSpPr>
        <p:spPr>
          <a:xfrm>
            <a:off x="7385050" y="4419600"/>
            <a:ext cx="6583362"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Altering The Column Layout</a:t>
            </a:r>
            <a:endParaRPr/>
          </a:p>
        </p:txBody>
      </p:sp>
      <p:sp>
        <p:nvSpPr>
          <p:cNvPr id="165" name="Google Shape;165;p37"/>
          <p:cNvSpPr txBox="1"/>
          <p:nvPr/>
        </p:nvSpPr>
        <p:spPr>
          <a:xfrm>
            <a:off x="7385050" y="4887912"/>
            <a:ext cx="6583362" cy="2198687"/>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Depending on your content and how you wish to layout your poster, you may want to change the column layout of your poster. </a:t>
            </a: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This can be achieved quite simply by selecting one of the three master themes we have included. To select a different layout go to the </a:t>
            </a:r>
            <a:r>
              <a:rPr b="1" i="0" lang="en-US" sz="1800" u="none">
                <a:solidFill>
                  <a:schemeClr val="dk2"/>
                </a:solidFill>
                <a:latin typeface="Arial Narrow"/>
                <a:ea typeface="Arial Narrow"/>
                <a:cs typeface="Arial Narrow"/>
                <a:sym typeface="Arial Narrow"/>
              </a:rPr>
              <a:t>DESIGN tab </a:t>
            </a:r>
            <a:r>
              <a:rPr b="0" i="0" lang="en-US" sz="1800" u="none">
                <a:solidFill>
                  <a:schemeClr val="dk2"/>
                </a:solidFill>
                <a:latin typeface="Arial Narrow"/>
                <a:ea typeface="Arial Narrow"/>
                <a:cs typeface="Arial Narrow"/>
                <a:sym typeface="Arial Narrow"/>
              </a:rPr>
              <a:t>(Figure 5). Then you can easily select an alternate column layout from the options available.</a:t>
            </a:r>
            <a:endParaRPr/>
          </a:p>
        </p:txBody>
      </p:sp>
      <p:sp>
        <p:nvSpPr>
          <p:cNvPr id="166" name="Google Shape;166;p37"/>
          <p:cNvSpPr txBox="1"/>
          <p:nvPr/>
        </p:nvSpPr>
        <p:spPr>
          <a:xfrm>
            <a:off x="7699375" y="8577262"/>
            <a:ext cx="796925" cy="1412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BADCF"/>
              </a:buClr>
              <a:buSzPts val="900"/>
              <a:buFont typeface="Arial Narrow"/>
              <a:buNone/>
            </a:pPr>
            <a:r>
              <a:rPr b="0" i="0" lang="en-US" sz="900" u="none">
                <a:solidFill>
                  <a:srgbClr val="1BADCF"/>
                </a:solidFill>
                <a:latin typeface="Arial Narrow"/>
                <a:ea typeface="Arial Narrow"/>
                <a:cs typeface="Arial Narrow"/>
                <a:sym typeface="Arial Narrow"/>
              </a:rPr>
              <a:t>Figure 5</a:t>
            </a:r>
            <a:endParaRPr/>
          </a:p>
        </p:txBody>
      </p:sp>
      <p:sp>
        <p:nvSpPr>
          <p:cNvPr id="167" name="Google Shape;167;p37"/>
          <p:cNvSpPr txBox="1"/>
          <p:nvPr/>
        </p:nvSpPr>
        <p:spPr>
          <a:xfrm>
            <a:off x="7385050" y="9066212"/>
            <a:ext cx="6583362"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Changing The Template Colour Schemes</a:t>
            </a:r>
            <a:endParaRPr/>
          </a:p>
        </p:txBody>
      </p:sp>
      <p:sp>
        <p:nvSpPr>
          <p:cNvPr id="168" name="Google Shape;168;p37"/>
          <p:cNvSpPr txBox="1"/>
          <p:nvPr/>
        </p:nvSpPr>
        <p:spPr>
          <a:xfrm>
            <a:off x="7385050" y="9509125"/>
            <a:ext cx="6583362" cy="2197100"/>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If you wish to further customize your poster presentation, this can be done by selecting a preset colour scheme from the colours option under the </a:t>
            </a:r>
            <a:r>
              <a:rPr b="1" i="0" lang="en-US" sz="1800" u="none">
                <a:solidFill>
                  <a:schemeClr val="dk2"/>
                </a:solidFill>
                <a:latin typeface="Arial Narrow"/>
                <a:ea typeface="Arial Narrow"/>
                <a:cs typeface="Arial Narrow"/>
                <a:sym typeface="Arial Narrow"/>
              </a:rPr>
              <a:t>DESIGN tab</a:t>
            </a:r>
            <a:r>
              <a:rPr b="0" i="0" lang="en-US" sz="1800" u="none">
                <a:solidFill>
                  <a:schemeClr val="dk2"/>
                </a:solidFill>
                <a:latin typeface="Arial Narrow"/>
                <a:ea typeface="Arial Narrow"/>
                <a:cs typeface="Arial Narrow"/>
                <a:sym typeface="Arial Narrow"/>
              </a:rPr>
              <a:t>. If you would like to change the default colors and use your own color scheme, go to the </a:t>
            </a:r>
            <a:r>
              <a:rPr b="1" i="0" lang="en-US" sz="1800" u="none">
                <a:solidFill>
                  <a:schemeClr val="dk2"/>
                </a:solidFill>
                <a:latin typeface="Arial Narrow"/>
                <a:ea typeface="Arial Narrow"/>
                <a:cs typeface="Arial Narrow"/>
                <a:sym typeface="Arial Narrow"/>
              </a:rPr>
              <a:t>DESIGN tab</a:t>
            </a:r>
            <a:r>
              <a:rPr b="0" i="0" lang="en-US" sz="1800" u="none">
                <a:solidFill>
                  <a:schemeClr val="dk2"/>
                </a:solidFill>
                <a:latin typeface="Arial Narrow"/>
                <a:ea typeface="Arial Narrow"/>
                <a:cs typeface="Arial Narrow"/>
                <a:sym typeface="Arial Narrow"/>
              </a:rPr>
              <a:t> (Figure 6). Then click on the </a:t>
            </a:r>
            <a:r>
              <a:rPr b="1" i="0" lang="en-US" sz="1800" u="none">
                <a:solidFill>
                  <a:schemeClr val="dk2"/>
                </a:solidFill>
                <a:latin typeface="Arial Narrow"/>
                <a:ea typeface="Arial Narrow"/>
                <a:cs typeface="Arial Narrow"/>
                <a:sym typeface="Arial Narrow"/>
              </a:rPr>
              <a:t>COLORS drop-down</a:t>
            </a:r>
            <a:r>
              <a:rPr b="0" i="0" lang="en-US" sz="1800" u="none">
                <a:solidFill>
                  <a:schemeClr val="dk2"/>
                </a:solidFill>
                <a:latin typeface="Arial Narrow"/>
                <a:ea typeface="Arial Narrow"/>
                <a:cs typeface="Arial Narrow"/>
                <a:sym typeface="Arial Narrow"/>
              </a:rPr>
              <a:t> menu on the right (Figure 7). There, you can try different  colour schemes until you find the one you like.</a:t>
            </a:r>
            <a:endParaRPr/>
          </a:p>
        </p:txBody>
      </p:sp>
      <p:sp>
        <p:nvSpPr>
          <p:cNvPr id="169" name="Google Shape;169;p37"/>
          <p:cNvSpPr txBox="1"/>
          <p:nvPr/>
        </p:nvSpPr>
        <p:spPr>
          <a:xfrm>
            <a:off x="7385050" y="15686087"/>
            <a:ext cx="6583362"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Importing Photographs</a:t>
            </a:r>
            <a:endParaRPr/>
          </a:p>
        </p:txBody>
      </p:sp>
      <p:sp>
        <p:nvSpPr>
          <p:cNvPr id="170" name="Google Shape;170;p37"/>
          <p:cNvSpPr txBox="1"/>
          <p:nvPr/>
        </p:nvSpPr>
        <p:spPr>
          <a:xfrm>
            <a:off x="7385050" y="16132175"/>
            <a:ext cx="6583362" cy="1920875"/>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It is highly recommended to use the largest images you have access to for your poster. Avoid images downloaded from the web and avoid copying and pasting images instead of using the “Insert” command. To insert an image to your poster go to the </a:t>
            </a:r>
            <a:r>
              <a:rPr b="1" i="0" lang="en-US" sz="1800" u="none">
                <a:solidFill>
                  <a:schemeClr val="dk2"/>
                </a:solidFill>
                <a:latin typeface="Arial Narrow"/>
                <a:ea typeface="Arial Narrow"/>
                <a:cs typeface="Arial Narrow"/>
                <a:sym typeface="Arial Narrow"/>
              </a:rPr>
              <a:t>INSERT tab</a:t>
            </a:r>
            <a:r>
              <a:rPr b="0" i="0" lang="en-US" sz="1800" u="none">
                <a:solidFill>
                  <a:schemeClr val="dk2"/>
                </a:solidFill>
                <a:latin typeface="Arial Narrow"/>
                <a:ea typeface="Arial Narrow"/>
                <a:cs typeface="Arial Narrow"/>
                <a:sym typeface="Arial Narrow"/>
              </a:rPr>
              <a:t> and then click on </a:t>
            </a:r>
            <a:r>
              <a:rPr b="1" i="0" lang="en-US" sz="1800" u="none">
                <a:solidFill>
                  <a:schemeClr val="dk2"/>
                </a:solidFill>
                <a:latin typeface="Arial Narrow"/>
                <a:ea typeface="Arial Narrow"/>
                <a:cs typeface="Arial Narrow"/>
                <a:sym typeface="Arial Narrow"/>
              </a:rPr>
              <a:t>PICTURE</a:t>
            </a:r>
            <a:r>
              <a:rPr b="0" i="0" lang="en-US" sz="1800" u="none">
                <a:solidFill>
                  <a:schemeClr val="dk2"/>
                </a:solidFill>
                <a:latin typeface="Arial Narrow"/>
                <a:ea typeface="Arial Narrow"/>
                <a:cs typeface="Arial Narrow"/>
                <a:sym typeface="Arial Narrow"/>
              </a:rPr>
              <a:t> (Figure 8).</a:t>
            </a:r>
            <a:endParaRPr/>
          </a:p>
        </p:txBody>
      </p:sp>
      <p:sp>
        <p:nvSpPr>
          <p:cNvPr id="171" name="Google Shape;171;p37"/>
          <p:cNvSpPr txBox="1"/>
          <p:nvPr/>
        </p:nvSpPr>
        <p:spPr>
          <a:xfrm>
            <a:off x="7385050" y="19929475"/>
            <a:ext cx="6583362" cy="2198687"/>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When the only source of a needed photo or graphic is the Web, scaling must be applied with caution. Scaling an image more than three times its original size may introduce pixilation artifacts. Refer to Figure 9 as an example. A simple way to preview the printing quality of an image is to zoom in at 100% or 200%, depending on the final size of the poster. What you’ll see is likely what you’ll get at printing time.</a:t>
            </a:r>
            <a:endParaRPr/>
          </a:p>
        </p:txBody>
      </p:sp>
      <p:sp>
        <p:nvSpPr>
          <p:cNvPr id="172" name="Google Shape;172;p37"/>
          <p:cNvSpPr txBox="1"/>
          <p:nvPr/>
        </p:nvSpPr>
        <p:spPr>
          <a:xfrm>
            <a:off x="7699375" y="24268112"/>
            <a:ext cx="4541837" cy="227012"/>
          </a:xfrm>
          <a:prstGeom prst="rect">
            <a:avLst/>
          </a:prstGeom>
          <a:noFill/>
          <a:ln>
            <a:noFill/>
          </a:ln>
        </p:spPr>
        <p:txBody>
          <a:bodyPr anchorCtr="0" anchor="t" bIns="26450" lIns="52900" spcFirstLastPara="1" rIns="52900" wrap="square" tIns="26450">
            <a:spAutoFit/>
          </a:bodyPr>
          <a:lstStyle/>
          <a:p>
            <a:pPr indent="0" lvl="0" marL="0" marR="0" rtl="0" algn="l">
              <a:lnSpc>
                <a:spcPct val="100000"/>
              </a:lnSpc>
              <a:spcBef>
                <a:spcPts val="0"/>
              </a:spcBef>
              <a:spcAft>
                <a:spcPts val="0"/>
              </a:spcAft>
              <a:buClr>
                <a:srgbClr val="1BADCF"/>
              </a:buClr>
              <a:buSzPts val="1100"/>
              <a:buFont typeface="Arial Narrow"/>
              <a:buNone/>
            </a:pPr>
            <a:r>
              <a:rPr b="0" i="0" lang="en-US" sz="1100" u="none">
                <a:solidFill>
                  <a:srgbClr val="1BADCF"/>
                </a:solidFill>
                <a:latin typeface="Arial Narrow"/>
                <a:ea typeface="Arial Narrow"/>
                <a:cs typeface="Arial Narrow"/>
                <a:sym typeface="Arial Narrow"/>
              </a:rPr>
              <a:t>Figure 9: Original image at 100%, enlarged 200% and 400%.</a:t>
            </a:r>
            <a:endParaRPr/>
          </a:p>
        </p:txBody>
      </p:sp>
      <p:sp>
        <p:nvSpPr>
          <p:cNvPr id="173" name="Google Shape;173;p37"/>
          <p:cNvSpPr txBox="1"/>
          <p:nvPr/>
        </p:nvSpPr>
        <p:spPr>
          <a:xfrm>
            <a:off x="14306550" y="4419600"/>
            <a:ext cx="6584950"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Importing Tables &amp; Graphs</a:t>
            </a:r>
            <a:endParaRPr/>
          </a:p>
        </p:txBody>
      </p:sp>
      <p:sp>
        <p:nvSpPr>
          <p:cNvPr id="174" name="Google Shape;174;p37"/>
          <p:cNvSpPr txBox="1"/>
          <p:nvPr/>
        </p:nvSpPr>
        <p:spPr>
          <a:xfrm>
            <a:off x="14279562" y="4862512"/>
            <a:ext cx="6583362" cy="2197100"/>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Importing tables, charts and graphs is easier than importing photos. To import charts and graphs from Excel, Word or other applications, select </a:t>
            </a:r>
            <a:r>
              <a:rPr b="1" i="0" lang="en-US" sz="1800" u="none">
                <a:solidFill>
                  <a:schemeClr val="dk2"/>
                </a:solidFill>
                <a:latin typeface="Arial Narrow"/>
                <a:ea typeface="Arial Narrow"/>
                <a:cs typeface="Arial Narrow"/>
                <a:sym typeface="Arial Narrow"/>
              </a:rPr>
              <a:t>EDIT&gt;COPY</a:t>
            </a:r>
            <a:r>
              <a:rPr b="0" i="0" lang="en-US" sz="1800" u="none">
                <a:solidFill>
                  <a:schemeClr val="dk2"/>
                </a:solidFill>
                <a:latin typeface="Arial Narrow"/>
                <a:ea typeface="Arial Narrow"/>
                <a:cs typeface="Arial Narrow"/>
                <a:sym typeface="Arial Narrow"/>
              </a:rPr>
              <a:t>, to copy your chart and then come back to PowerPoint. From PowerPoint, select </a:t>
            </a:r>
            <a:r>
              <a:rPr b="1" i="0" lang="en-US" sz="1800" u="none">
                <a:solidFill>
                  <a:schemeClr val="dk2"/>
                </a:solidFill>
                <a:latin typeface="Arial Narrow"/>
                <a:ea typeface="Arial Narrow"/>
                <a:cs typeface="Arial Narrow"/>
                <a:sym typeface="Arial Narrow"/>
              </a:rPr>
              <a:t>EDIT&gt;PASTE</a:t>
            </a:r>
            <a:r>
              <a:rPr b="0" i="0" lang="en-US" sz="1800" u="none">
                <a:solidFill>
                  <a:schemeClr val="dk2"/>
                </a:solidFill>
                <a:latin typeface="Arial Narrow"/>
                <a:ea typeface="Arial Narrow"/>
                <a:cs typeface="Arial Narrow"/>
                <a:sym typeface="Arial Narrow"/>
              </a:rPr>
              <a:t> and paste the chart on the poster. You can scale your charts and tables proportionally by holding down the Shift key and dragging in or out one of the corners.</a:t>
            </a:r>
            <a:endParaRPr/>
          </a:p>
        </p:txBody>
      </p:sp>
      <p:graphicFrame>
        <p:nvGraphicFramePr>
          <p:cNvPr id="175" name="Google Shape;175;p37"/>
          <p:cNvGraphicFramePr/>
          <p:nvPr/>
        </p:nvGraphicFramePr>
        <p:xfrm>
          <a:off x="15654337" y="7839075"/>
          <a:ext cx="3000000" cy="3000000"/>
        </p:xfrm>
        <a:graphic>
          <a:graphicData uri="http://schemas.openxmlformats.org/drawingml/2006/table">
            <a:tbl>
              <a:tblPr>
                <a:noFill/>
                <a:tableStyleId>{C5F58F35-4F2D-4756-8336-D3E967BEE99F}</a:tableStyleId>
              </a:tblPr>
              <a:tblGrid>
                <a:gridCol w="1271575"/>
                <a:gridCol w="1274750"/>
                <a:gridCol w="1271575"/>
              </a:tblGrid>
              <a:tr h="350825">
                <a:tc gridSpan="3">
                  <a:txBody>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TABLE SAMPLE</a:t>
                      </a:r>
                      <a:endParaRPr/>
                    </a:p>
                  </a:txBody>
                  <a:tcPr marT="31550" marB="31550" marR="44550" marL="445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BADCF"/>
                    </a:solidFill>
                  </a:tcPr>
                </a:tc>
                <a:tc hMerge="1"/>
                <a:tc hMerge="1"/>
              </a:tr>
              <a:tr h="350825">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1998</a:t>
                      </a:r>
                      <a:endParaRPr/>
                    </a:p>
                  </a:txBody>
                  <a:tcPr marT="31550" marB="31550" marR="44550" marL="445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1999</a:t>
                      </a:r>
                      <a:endParaRPr/>
                    </a:p>
                  </a:txBody>
                  <a:tcPr marT="31550" marB="31550" marR="44550" marL="44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2000</a:t>
                      </a:r>
                      <a:endParaRPr/>
                    </a:p>
                  </a:txBody>
                  <a:tcPr marT="31550" marB="31550" marR="44550" marL="445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r>
              <a:tr h="352425">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2001</a:t>
                      </a:r>
                      <a:endParaRPr/>
                    </a:p>
                  </a:txBody>
                  <a:tcPr marT="31550" marB="31550" marR="44550" marL="445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2002</a:t>
                      </a:r>
                      <a:endParaRPr/>
                    </a:p>
                  </a:txBody>
                  <a:tcPr marT="31550" marB="31550" marR="44550" marL="44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2003</a:t>
                      </a:r>
                      <a:endParaRPr/>
                    </a:p>
                  </a:txBody>
                  <a:tcPr marT="31550" marB="31550" marR="44550" marL="445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r>
              <a:tr h="349250">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2004</a:t>
                      </a:r>
                      <a:endParaRPr/>
                    </a:p>
                  </a:txBody>
                  <a:tcPr marT="31550" marB="31550" marR="44550" marL="44550" anchor="ctr">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2005</a:t>
                      </a:r>
                      <a:endParaRPr/>
                    </a:p>
                  </a:txBody>
                  <a:tcPr marT="31550" marB="31550" marR="44550" marL="44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8F8F8"/>
                    </a:solidFill>
                  </a:tcPr>
                </a:tc>
                <a:tc>
                  <a:txBody>
                    <a:bodyPr/>
                    <a:lstStyle/>
                    <a:p>
                      <a:pPr indent="0" lvl="0" marL="0" marR="0" rtl="0" algn="ctr">
                        <a:lnSpc>
                          <a:spcPct val="100000"/>
                        </a:lnSpc>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2006</a:t>
                      </a:r>
                      <a:endParaRPr/>
                    </a:p>
                  </a:txBody>
                  <a:tcPr marT="31550" marB="31550" marR="44550" marL="4455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8F8F8"/>
                    </a:solidFill>
                  </a:tcPr>
                </a:tc>
              </a:tr>
            </a:tbl>
          </a:graphicData>
        </a:graphic>
      </p:graphicFrame>
      <p:sp>
        <p:nvSpPr>
          <p:cNvPr id="176" name="Google Shape;176;p37"/>
          <p:cNvSpPr txBox="1"/>
          <p:nvPr/>
        </p:nvSpPr>
        <p:spPr>
          <a:xfrm>
            <a:off x="7381875" y="25273000"/>
            <a:ext cx="6581775" cy="444500"/>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Labeling Your Headers</a:t>
            </a:r>
            <a:endParaRPr/>
          </a:p>
        </p:txBody>
      </p:sp>
      <p:sp>
        <p:nvSpPr>
          <p:cNvPr id="177" name="Google Shape;177;p37"/>
          <p:cNvSpPr txBox="1"/>
          <p:nvPr/>
        </p:nvSpPr>
        <p:spPr>
          <a:xfrm>
            <a:off x="7385050" y="25714325"/>
            <a:ext cx="6578600" cy="1385887"/>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The blue header bars are used to identify and separate the main topics of your presentation. The most commonly used headers in poster presentations are:</a:t>
            </a:r>
            <a:endParaRPr/>
          </a:p>
        </p:txBody>
      </p:sp>
      <p:graphicFrame>
        <p:nvGraphicFramePr>
          <p:cNvPr id="178" name="Google Shape;178;p37"/>
          <p:cNvGraphicFramePr/>
          <p:nvPr/>
        </p:nvGraphicFramePr>
        <p:xfrm>
          <a:off x="7756525" y="27241500"/>
          <a:ext cx="3000000" cy="3000000"/>
        </p:xfrm>
        <a:graphic>
          <a:graphicData uri="http://schemas.openxmlformats.org/drawingml/2006/table">
            <a:tbl>
              <a:tblPr>
                <a:noFill/>
                <a:tableStyleId>{C5F58F35-4F2D-4756-8336-D3E967BEE99F}</a:tableStyleId>
              </a:tblPr>
              <a:tblGrid>
                <a:gridCol w="2835275"/>
                <a:gridCol w="2684450"/>
              </a:tblGrid>
              <a:tr h="852475">
                <a:tc>
                  <a:txBody>
                    <a:bodyPr/>
                    <a:lstStyle/>
                    <a:p>
                      <a:pPr indent="0" lvl="1" marL="268287" marR="0" rtl="0" algn="ctr">
                        <a:lnSpc>
                          <a:spcPct val="100000"/>
                        </a:lnSpc>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Introduction, Summary</a:t>
                      </a:r>
                      <a:br>
                        <a:rPr b="1" i="0" lang="en-US" sz="1700" u="none" cap="none" strike="noStrike">
                          <a:solidFill>
                            <a:schemeClr val="dk2"/>
                          </a:solidFill>
                          <a:latin typeface="Arial"/>
                          <a:ea typeface="Arial"/>
                          <a:cs typeface="Arial"/>
                          <a:sym typeface="Arial"/>
                        </a:rPr>
                      </a:br>
                      <a:r>
                        <a:rPr b="1" i="0" lang="en-US" sz="1700" u="none" cap="none" strike="noStrike">
                          <a:solidFill>
                            <a:schemeClr val="dk2"/>
                          </a:solidFill>
                          <a:latin typeface="Arial"/>
                          <a:ea typeface="Arial"/>
                          <a:cs typeface="Arial"/>
                          <a:sym typeface="Arial"/>
                        </a:rPr>
                        <a:t>or Abstract</a:t>
                      </a:r>
                      <a:endParaRPr/>
                    </a:p>
                    <a:p>
                      <a:pPr indent="0" lvl="0" marL="0" marR="0" rtl="0" algn="l">
                        <a:spcBef>
                          <a:spcPts val="0"/>
                        </a:spcBef>
                        <a:spcAft>
                          <a:spcPts val="0"/>
                        </a:spcAft>
                        <a:buNone/>
                      </a:pPr>
                      <a:r>
                        <a:t/>
                      </a:r>
                      <a:endParaRPr b="1" i="0" sz="1700" u="none" cap="none" strike="noStrike">
                        <a:solidFill>
                          <a:schemeClr val="dk2"/>
                        </a:solidFill>
                        <a:latin typeface="Arial"/>
                        <a:ea typeface="Arial"/>
                        <a:cs typeface="Arial"/>
                        <a:sym typeface="Arial"/>
                      </a:endParaRPr>
                    </a:p>
                  </a:txBody>
                  <a:tcPr marT="31550" marB="31550" marR="22275" marL="22275"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c>
                  <a:txBody>
                    <a:bodyPr/>
                    <a:lstStyle/>
                    <a:p>
                      <a:pPr indent="0" lvl="1" marL="268287" marR="0" rtl="0" algn="ctr">
                        <a:lnSpc>
                          <a:spcPct val="100000"/>
                        </a:lnSpc>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Conclusion</a:t>
                      </a:r>
                      <a:endParaRPr/>
                    </a:p>
                    <a:p>
                      <a:pPr indent="0" lvl="0" marL="0" marR="0" rtl="0" algn="l">
                        <a:spcBef>
                          <a:spcPts val="0"/>
                        </a:spcBef>
                        <a:spcAft>
                          <a:spcPts val="0"/>
                        </a:spcAft>
                        <a:buNone/>
                      </a:pPr>
                      <a:r>
                        <a:t/>
                      </a:r>
                      <a:endParaRPr b="1" i="0" sz="1700" u="none" cap="none" strike="noStrike">
                        <a:solidFill>
                          <a:schemeClr val="dk2"/>
                        </a:solidFill>
                        <a:latin typeface="Arial"/>
                        <a:ea typeface="Arial"/>
                        <a:cs typeface="Arial"/>
                        <a:sym typeface="Arial"/>
                      </a:endParaRPr>
                    </a:p>
                  </a:txBody>
                  <a:tcPr marT="31550" marB="31550" marR="22275" marL="22275"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r>
              <a:tr h="593725">
                <a:tc>
                  <a:txBody>
                    <a:bodyPr/>
                    <a:lstStyle/>
                    <a:p>
                      <a:pPr indent="0" lvl="1" marL="268287" marR="0" rtl="0" algn="ctr">
                        <a:lnSpc>
                          <a:spcPct val="100000"/>
                        </a:lnSpc>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Materials and Methods</a:t>
                      </a:r>
                      <a:endParaRPr/>
                    </a:p>
                    <a:p>
                      <a:pPr indent="0" lvl="0" marL="0" marR="0" rtl="0" algn="l">
                        <a:spcBef>
                          <a:spcPts val="0"/>
                        </a:spcBef>
                        <a:spcAft>
                          <a:spcPts val="0"/>
                        </a:spcAft>
                        <a:buNone/>
                      </a:pPr>
                      <a:r>
                        <a:t/>
                      </a:r>
                      <a:endParaRPr b="1" i="0" sz="1700" u="none" cap="none" strike="noStrike">
                        <a:solidFill>
                          <a:schemeClr val="dk2"/>
                        </a:solidFill>
                        <a:latin typeface="Arial"/>
                        <a:ea typeface="Arial"/>
                        <a:cs typeface="Arial"/>
                        <a:sym typeface="Arial"/>
                      </a:endParaRPr>
                    </a:p>
                  </a:txBody>
                  <a:tcPr marT="31550" marB="31550" marR="22275" marL="22275"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c>
                  <a:txBody>
                    <a:bodyPr/>
                    <a:lstStyle/>
                    <a:p>
                      <a:pPr indent="0" lvl="1" marL="268287" marR="0" rtl="0" algn="ctr">
                        <a:lnSpc>
                          <a:spcPct val="100000"/>
                        </a:lnSpc>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References</a:t>
                      </a:r>
                      <a:endParaRPr/>
                    </a:p>
                    <a:p>
                      <a:pPr indent="0" lvl="0" marL="0" marR="0" rtl="0" algn="l">
                        <a:spcBef>
                          <a:spcPts val="0"/>
                        </a:spcBef>
                        <a:spcAft>
                          <a:spcPts val="0"/>
                        </a:spcAft>
                        <a:buNone/>
                      </a:pPr>
                      <a:r>
                        <a:t/>
                      </a:r>
                      <a:endParaRPr b="1" i="0" sz="1700" u="none" cap="none" strike="noStrike">
                        <a:solidFill>
                          <a:schemeClr val="dk2"/>
                        </a:solidFill>
                        <a:latin typeface="Arial"/>
                        <a:ea typeface="Arial"/>
                        <a:cs typeface="Arial"/>
                        <a:sym typeface="Arial"/>
                      </a:endParaRPr>
                    </a:p>
                  </a:txBody>
                  <a:tcPr marT="31550" marB="31550" marR="22275" marL="22275"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F8F8"/>
                    </a:solidFill>
                  </a:tcPr>
                </a:tc>
              </a:tr>
              <a:tr h="593725">
                <a:tc>
                  <a:txBody>
                    <a:bodyPr/>
                    <a:lstStyle/>
                    <a:p>
                      <a:pPr indent="0" lvl="1" marL="268287" marR="0" rtl="0" algn="ctr">
                        <a:lnSpc>
                          <a:spcPct val="100000"/>
                        </a:lnSpc>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Results</a:t>
                      </a:r>
                      <a:endParaRPr/>
                    </a:p>
                    <a:p>
                      <a:pPr indent="0" lvl="0" marL="0" marR="0" rtl="0" algn="l">
                        <a:spcBef>
                          <a:spcPts val="0"/>
                        </a:spcBef>
                        <a:spcAft>
                          <a:spcPts val="0"/>
                        </a:spcAft>
                        <a:buNone/>
                      </a:pPr>
                      <a:r>
                        <a:t/>
                      </a:r>
                      <a:endParaRPr b="1" i="0" sz="1700" u="none" cap="none" strike="noStrike">
                        <a:solidFill>
                          <a:schemeClr val="dk2"/>
                        </a:solidFill>
                        <a:latin typeface="Arial"/>
                        <a:ea typeface="Arial"/>
                        <a:cs typeface="Arial"/>
                        <a:sym typeface="Arial"/>
                      </a:endParaRPr>
                    </a:p>
                  </a:txBody>
                  <a:tcPr marT="31550" marB="31550" marR="22275" marL="22275"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8F8F8"/>
                    </a:solidFill>
                  </a:tcPr>
                </a:tc>
                <a:tc>
                  <a:txBody>
                    <a:bodyPr/>
                    <a:lstStyle/>
                    <a:p>
                      <a:pPr indent="0" lvl="1" marL="268287" marR="0" rtl="0" algn="ctr">
                        <a:lnSpc>
                          <a:spcPct val="100000"/>
                        </a:lnSpc>
                        <a:spcBef>
                          <a:spcPts val="0"/>
                        </a:spcBef>
                        <a:spcAft>
                          <a:spcPts val="0"/>
                        </a:spcAft>
                        <a:buClr>
                          <a:schemeClr val="dk2"/>
                        </a:buClr>
                        <a:buSzPts val="1700"/>
                        <a:buFont typeface="Arial"/>
                        <a:buNone/>
                      </a:pPr>
                      <a:r>
                        <a:rPr b="1" i="0" lang="en-US" sz="1700" u="none" cap="none" strike="noStrike">
                          <a:solidFill>
                            <a:schemeClr val="dk2"/>
                          </a:solidFill>
                          <a:latin typeface="Arial"/>
                          <a:ea typeface="Arial"/>
                          <a:cs typeface="Arial"/>
                          <a:sym typeface="Arial"/>
                        </a:rPr>
                        <a:t>Acknowledgements</a:t>
                      </a:r>
                      <a:endParaRPr b="0" i="0" sz="1700" u="none" cap="none" strike="noStrike">
                        <a:solidFill>
                          <a:schemeClr val="dk2"/>
                        </a:solidFill>
                        <a:latin typeface="Arial"/>
                        <a:ea typeface="Arial"/>
                        <a:cs typeface="Arial"/>
                        <a:sym typeface="Arial"/>
                      </a:endParaRPr>
                    </a:p>
                    <a:p>
                      <a:pPr indent="0" lvl="0" marL="0" marR="0" rtl="0" algn="l">
                        <a:spcBef>
                          <a:spcPts val="0"/>
                        </a:spcBef>
                        <a:spcAft>
                          <a:spcPts val="0"/>
                        </a:spcAft>
                        <a:buNone/>
                      </a:pPr>
                      <a:r>
                        <a:t/>
                      </a:r>
                      <a:endParaRPr b="0" i="0" sz="1700" u="none" cap="none" strike="noStrike">
                        <a:solidFill>
                          <a:schemeClr val="dk2"/>
                        </a:solidFill>
                        <a:latin typeface="Arial"/>
                        <a:ea typeface="Arial"/>
                        <a:cs typeface="Arial"/>
                        <a:sym typeface="Arial"/>
                      </a:endParaRPr>
                    </a:p>
                  </a:txBody>
                  <a:tcPr marT="31550" marB="31550" marR="22275" marL="22275"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8F8F8"/>
                    </a:solidFill>
                  </a:tcPr>
                </a:tc>
              </a:tr>
            </a:tbl>
          </a:graphicData>
        </a:graphic>
      </p:graphicFrame>
      <p:sp>
        <p:nvSpPr>
          <p:cNvPr id="179" name="Google Shape;179;p37"/>
          <p:cNvSpPr txBox="1"/>
          <p:nvPr/>
        </p:nvSpPr>
        <p:spPr>
          <a:xfrm>
            <a:off x="14312900" y="13019087"/>
            <a:ext cx="6583362"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Research Poster Design Services</a:t>
            </a:r>
            <a:endParaRPr/>
          </a:p>
        </p:txBody>
      </p:sp>
      <p:sp>
        <p:nvSpPr>
          <p:cNvPr id="180" name="Google Shape;180;p37"/>
          <p:cNvSpPr txBox="1"/>
          <p:nvPr/>
        </p:nvSpPr>
        <p:spPr>
          <a:xfrm>
            <a:off x="14312900" y="20594637"/>
            <a:ext cx="6583362"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How To Order Your Poster For Printing</a:t>
            </a:r>
            <a:endParaRPr/>
          </a:p>
        </p:txBody>
      </p:sp>
      <p:sp>
        <p:nvSpPr>
          <p:cNvPr id="181" name="Google Shape;181;p37"/>
          <p:cNvSpPr txBox="1"/>
          <p:nvPr/>
        </p:nvSpPr>
        <p:spPr>
          <a:xfrm>
            <a:off x="14312900" y="25542875"/>
            <a:ext cx="6583362" cy="446087"/>
          </a:xfrm>
          <a:prstGeom prst="rect">
            <a:avLst/>
          </a:prstGeom>
          <a:solidFill>
            <a:schemeClr val="dk1"/>
          </a:solidFill>
          <a:ln>
            <a:noFill/>
          </a:ln>
        </p:spPr>
        <p:txBody>
          <a:bodyPr anchorCtr="0" anchor="t" bIns="26450" lIns="52900" spcFirstLastPara="1" rIns="52900" wrap="square" tIns="26450">
            <a:spAutoFit/>
          </a:bodyPr>
          <a:lstStyle/>
          <a:p>
            <a:pPr indent="0" lvl="0" marL="0" marR="0" rtl="0" algn="ctr">
              <a:lnSpc>
                <a:spcPct val="100000"/>
              </a:lnSpc>
              <a:spcBef>
                <a:spcPts val="0"/>
              </a:spcBef>
              <a:spcAft>
                <a:spcPts val="0"/>
              </a:spcAft>
              <a:buClr>
                <a:schemeClr val="lt1"/>
              </a:buClr>
              <a:buSzPts val="2500"/>
              <a:buFont typeface="Arial Narrow"/>
              <a:buNone/>
            </a:pPr>
            <a:r>
              <a:rPr b="1" i="0" lang="en-US" sz="2500" u="none">
                <a:solidFill>
                  <a:schemeClr val="lt1"/>
                </a:solidFill>
                <a:latin typeface="Arial Narrow"/>
                <a:ea typeface="Arial Narrow"/>
                <a:cs typeface="Arial Narrow"/>
                <a:sym typeface="Arial Narrow"/>
              </a:rPr>
              <a:t>Contact Information</a:t>
            </a:r>
            <a:endParaRPr/>
          </a:p>
        </p:txBody>
      </p:sp>
      <p:sp>
        <p:nvSpPr>
          <p:cNvPr id="182" name="Google Shape;182;p37"/>
          <p:cNvSpPr txBox="1"/>
          <p:nvPr/>
        </p:nvSpPr>
        <p:spPr>
          <a:xfrm>
            <a:off x="14312900" y="13462000"/>
            <a:ext cx="6550025" cy="6875462"/>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If poster design is not your cup of tea and you’d like to have your poster professionally designed, printed and delivered. Contact us and we’ll be happy to provide you with our expertise.</a:t>
            </a:r>
            <a:br>
              <a:rPr b="0" i="1" lang="en-US" sz="1800" u="none">
                <a:solidFill>
                  <a:schemeClr val="dk2"/>
                </a:solidFill>
                <a:latin typeface="Arial Narrow"/>
                <a:ea typeface="Arial Narrow"/>
                <a:cs typeface="Arial Narrow"/>
                <a:sym typeface="Arial Narrow"/>
              </a:rPr>
            </a:br>
            <a:endParaRPr/>
          </a:p>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All you would need is to email us the following:</a:t>
            </a:r>
            <a:br>
              <a:rPr b="0" i="0" lang="en-US" sz="1800" u="none">
                <a:solidFill>
                  <a:schemeClr val="dk2"/>
                </a:solidFill>
                <a:latin typeface="Arial Narrow"/>
                <a:ea typeface="Arial Narrow"/>
                <a:cs typeface="Arial Narrow"/>
                <a:sym typeface="Arial Narrow"/>
              </a:rPr>
            </a:br>
            <a:endParaRPr/>
          </a:p>
          <a:p>
            <a:pPr indent="-231774" lvl="1" marL="496887" marR="0" rtl="0" algn="l">
              <a:lnSpc>
                <a:spcPct val="100000"/>
              </a:lnSpc>
              <a:spcBef>
                <a:spcPts val="0"/>
              </a:spcBef>
              <a:spcAft>
                <a:spcPts val="0"/>
              </a:spcAft>
              <a:buClr>
                <a:schemeClr val="hlink"/>
              </a:buClr>
              <a:buSzPts val="2160"/>
              <a:buFont typeface="Noto Sans Symbols"/>
              <a:buChar char="▪"/>
            </a:pPr>
            <a:r>
              <a:rPr b="1" i="0" lang="en-US" sz="1800" u="none" cap="none" strike="noStrike">
                <a:solidFill>
                  <a:schemeClr val="dk2"/>
                </a:solidFill>
                <a:latin typeface="Arial Narrow"/>
                <a:ea typeface="Arial Narrow"/>
                <a:cs typeface="Arial Narrow"/>
                <a:sym typeface="Arial Narrow"/>
              </a:rPr>
              <a:t>A Word document with all your text or your multi-page PowerPoint document.</a:t>
            </a:r>
            <a:endParaRPr/>
          </a:p>
          <a:p>
            <a:pPr indent="-94614" lvl="1" marL="496887" marR="0" rtl="0" algn="l">
              <a:lnSpc>
                <a:spcPct val="100000"/>
              </a:lnSpc>
              <a:spcBef>
                <a:spcPts val="0"/>
              </a:spcBef>
              <a:spcAft>
                <a:spcPts val="0"/>
              </a:spcAft>
              <a:buClr>
                <a:schemeClr val="hlink"/>
              </a:buClr>
              <a:buSzPts val="2160"/>
              <a:buFont typeface="Noto Sans Symbols"/>
              <a:buNone/>
            </a:pPr>
            <a:r>
              <a:t/>
            </a:r>
            <a:endParaRPr b="1" i="0" sz="1800" u="none" cap="none" strike="noStrike">
              <a:solidFill>
                <a:schemeClr val="dk2"/>
              </a:solidFill>
              <a:latin typeface="Arial Narrow"/>
              <a:ea typeface="Arial Narrow"/>
              <a:cs typeface="Arial Narrow"/>
              <a:sym typeface="Arial Narrow"/>
            </a:endParaRPr>
          </a:p>
          <a:p>
            <a:pPr indent="-231774" lvl="1" marL="496887" marR="0" rtl="0" algn="l">
              <a:lnSpc>
                <a:spcPct val="100000"/>
              </a:lnSpc>
              <a:spcBef>
                <a:spcPts val="0"/>
              </a:spcBef>
              <a:spcAft>
                <a:spcPts val="0"/>
              </a:spcAft>
              <a:buClr>
                <a:schemeClr val="hlink"/>
              </a:buClr>
              <a:buSzPts val="2160"/>
              <a:buFont typeface="Noto Sans Symbols"/>
              <a:buChar char="▪"/>
            </a:pPr>
            <a:r>
              <a:rPr b="1" i="0" lang="en-US" sz="1800" u="none" cap="none" strike="noStrike">
                <a:solidFill>
                  <a:schemeClr val="dk2"/>
                </a:solidFill>
                <a:latin typeface="Arial Narrow"/>
                <a:ea typeface="Arial Narrow"/>
                <a:cs typeface="Arial Narrow"/>
                <a:sym typeface="Arial Narrow"/>
              </a:rPr>
              <a:t>Your logos, photos, charts, graphs and tables.</a:t>
            </a:r>
            <a:endParaRPr/>
          </a:p>
          <a:p>
            <a:pPr indent="-94614" lvl="1" marL="496887" marR="0" rtl="0" algn="l">
              <a:lnSpc>
                <a:spcPct val="100000"/>
              </a:lnSpc>
              <a:spcBef>
                <a:spcPts val="0"/>
              </a:spcBef>
              <a:spcAft>
                <a:spcPts val="0"/>
              </a:spcAft>
              <a:buClr>
                <a:schemeClr val="hlink"/>
              </a:buClr>
              <a:buSzPts val="2160"/>
              <a:buFont typeface="Noto Sans Symbols"/>
              <a:buNone/>
            </a:pPr>
            <a:r>
              <a:t/>
            </a:r>
            <a:endParaRPr b="1" i="0" sz="1800" u="none" cap="none" strike="noStrike">
              <a:solidFill>
                <a:schemeClr val="dk2"/>
              </a:solidFill>
              <a:latin typeface="Arial Narrow"/>
              <a:ea typeface="Arial Narrow"/>
              <a:cs typeface="Arial Narrow"/>
              <a:sym typeface="Arial Narrow"/>
            </a:endParaRPr>
          </a:p>
          <a:p>
            <a:pPr indent="-231774" lvl="1" marL="496887" marR="0" rtl="0" algn="l">
              <a:lnSpc>
                <a:spcPct val="100000"/>
              </a:lnSpc>
              <a:spcBef>
                <a:spcPts val="0"/>
              </a:spcBef>
              <a:spcAft>
                <a:spcPts val="0"/>
              </a:spcAft>
              <a:buClr>
                <a:schemeClr val="hlink"/>
              </a:buClr>
              <a:buSzPts val="2160"/>
              <a:buFont typeface="Noto Sans Symbols"/>
              <a:buChar char="▪"/>
            </a:pPr>
            <a:r>
              <a:rPr b="1" i="0" lang="en-US" sz="1800" u="none" cap="none" strike="noStrike">
                <a:solidFill>
                  <a:schemeClr val="dk2"/>
                </a:solidFill>
                <a:latin typeface="Arial Narrow"/>
                <a:ea typeface="Arial Narrow"/>
                <a:cs typeface="Arial Narrow"/>
                <a:sym typeface="Arial Narrow"/>
              </a:rPr>
              <a:t>Your conference poster specifications and your deadline.</a:t>
            </a:r>
            <a:endParaRPr/>
          </a:p>
          <a:p>
            <a:pPr indent="0" lvl="0" marL="0" marR="0" rtl="0" algn="l">
              <a:lnSpc>
                <a:spcPct val="100000"/>
              </a:lnSpc>
              <a:spcBef>
                <a:spcPts val="0"/>
              </a:spcBef>
              <a:spcAft>
                <a:spcPts val="0"/>
              </a:spcAft>
              <a:buClr>
                <a:schemeClr val="dk1"/>
              </a:buClr>
              <a:buSzPts val="1800"/>
              <a:buFont typeface="Arial Narrow"/>
              <a:buNone/>
            </a:pPr>
            <a:r>
              <a:t/>
            </a:r>
            <a:endParaRPr b="1" i="0" sz="1800" u="none">
              <a:solidFill>
                <a:schemeClr val="dk2"/>
              </a:solidFill>
              <a:latin typeface="Arial Narrow"/>
              <a:ea typeface="Arial Narrow"/>
              <a:cs typeface="Arial Narrow"/>
              <a:sym typeface="Arial Narrow"/>
            </a:endParaRPr>
          </a:p>
          <a:p>
            <a:pPr indent="0" lvl="0" marL="0" marR="0" rtl="0" algn="l">
              <a:lnSpc>
                <a:spcPct val="100000"/>
              </a:lnSpc>
              <a:spcBef>
                <a:spcPts val="0"/>
              </a:spcBef>
              <a:spcAft>
                <a:spcPts val="0"/>
              </a:spcAft>
              <a:buClr>
                <a:schemeClr val="dk1"/>
              </a:buClr>
              <a:buSzPts val="1800"/>
              <a:buFont typeface="Arial Narrow"/>
              <a:buNone/>
            </a:pPr>
            <a:r>
              <a:t/>
            </a:r>
            <a:endParaRPr b="0" i="0" sz="1800" u="none">
              <a:solidFill>
                <a:schemeClr val="dk2"/>
              </a:solidFill>
              <a:latin typeface="Arial Narrow"/>
              <a:ea typeface="Arial Narrow"/>
              <a:cs typeface="Arial Narrow"/>
              <a:sym typeface="Arial Narrow"/>
            </a:endParaRPr>
          </a:p>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Your presentation will be ready within 24 to 48 hours and an electronic proof will be emailed to you for revisions and final approval. Once we have your approval, your poster will be printed and delivered by the next day or second day Citi-Sprint to your work, home or hotel.</a:t>
            </a:r>
            <a:endParaRPr/>
          </a:p>
          <a:p>
            <a:pPr indent="0" lvl="0" marL="0" marR="0" rtl="0" algn="l">
              <a:lnSpc>
                <a:spcPct val="100000"/>
              </a:lnSpc>
              <a:spcBef>
                <a:spcPts val="0"/>
              </a:spcBef>
              <a:spcAft>
                <a:spcPts val="0"/>
              </a:spcAft>
              <a:buClr>
                <a:schemeClr val="dk1"/>
              </a:buClr>
              <a:buSzPts val="1800"/>
              <a:buFont typeface="Arial Narrow"/>
              <a:buNone/>
            </a:pPr>
            <a:r>
              <a:t/>
            </a:r>
            <a:endParaRPr b="0" i="0" sz="1800" u="none">
              <a:solidFill>
                <a:schemeClr val="dk2"/>
              </a:solidFill>
              <a:latin typeface="Arial Narrow"/>
              <a:ea typeface="Arial Narrow"/>
              <a:cs typeface="Arial Narrow"/>
              <a:sym typeface="Arial Narrow"/>
            </a:endParaRPr>
          </a:p>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Call us for an estimate. We will be happy to assist you. </a:t>
            </a:r>
            <a:endParaRPr/>
          </a:p>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You can reach us at: </a:t>
            </a:r>
            <a:r>
              <a:rPr b="1" i="0" lang="en-US" sz="1800" u="none">
                <a:solidFill>
                  <a:schemeClr val="dk2"/>
                </a:solidFill>
                <a:latin typeface="Arial Narrow"/>
                <a:ea typeface="Arial Narrow"/>
                <a:cs typeface="Arial Narrow"/>
                <a:sym typeface="Arial Narrow"/>
              </a:rPr>
              <a:t>066 - 7128671</a:t>
            </a:r>
            <a:endParaRPr/>
          </a:p>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Monday through Friday 9AM to 6PM.</a:t>
            </a:r>
            <a:endParaRPr/>
          </a:p>
        </p:txBody>
      </p:sp>
      <p:sp>
        <p:nvSpPr>
          <p:cNvPr id="183" name="Google Shape;183;p37"/>
          <p:cNvSpPr txBox="1"/>
          <p:nvPr/>
        </p:nvSpPr>
        <p:spPr>
          <a:xfrm>
            <a:off x="14312900" y="21039137"/>
            <a:ext cx="6550025" cy="1919287"/>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We complete and dispatch poster printing orders the same day they come in as long as we have your files by 12 pm, Monday through Friday. Orders due the next day take priority. We do not charge rush fees for printing and our shipping rates are standard GLS Courier rates.</a:t>
            </a:r>
            <a:endParaRPr/>
          </a:p>
          <a:p>
            <a:pPr indent="0" lvl="0" marL="0" marR="0" rtl="0" algn="l">
              <a:lnSpc>
                <a:spcPct val="100000"/>
              </a:lnSpc>
              <a:spcBef>
                <a:spcPts val="0"/>
              </a:spcBef>
              <a:spcAft>
                <a:spcPts val="0"/>
              </a:spcAft>
              <a:buNone/>
            </a:pPr>
            <a:r>
              <a:t/>
            </a:r>
            <a:endParaRPr b="0" i="0" sz="1800" u="none">
              <a:solidFill>
                <a:schemeClr val="dk2"/>
              </a:solidFill>
              <a:latin typeface="Arial Narrow"/>
              <a:ea typeface="Arial Narrow"/>
              <a:cs typeface="Arial Narrow"/>
              <a:sym typeface="Arial Narrow"/>
            </a:endParaRPr>
          </a:p>
        </p:txBody>
      </p:sp>
      <p:graphicFrame>
        <p:nvGraphicFramePr>
          <p:cNvPr id="184" name="Google Shape;184;p37"/>
          <p:cNvGraphicFramePr/>
          <p:nvPr/>
        </p:nvGraphicFramePr>
        <p:xfrm>
          <a:off x="14325600" y="26454100"/>
          <a:ext cx="3000000" cy="3000000"/>
        </p:xfrm>
        <a:graphic>
          <a:graphicData uri="http://schemas.openxmlformats.org/drawingml/2006/table">
            <a:tbl>
              <a:tblPr>
                <a:noFill/>
                <a:tableStyleId>{C5F58F35-4F2D-4756-8336-D3E967BEE99F}</a:tableStyleId>
              </a:tblPr>
              <a:tblGrid>
                <a:gridCol w="3159125"/>
                <a:gridCol w="3338500"/>
              </a:tblGrid>
              <a:tr h="1233475">
                <a:tc gridSpan="2">
                  <a:txBody>
                    <a:bodyPr/>
                    <a:lstStyle/>
                    <a:p>
                      <a:pPr indent="0" lvl="0" marL="0" marR="0" rtl="0" algn="l">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Copywrite Digital Printers</a:t>
                      </a:r>
                      <a:br>
                        <a:rPr b="1" i="0" lang="en-US" sz="2200" u="none">
                          <a:solidFill>
                            <a:schemeClr val="dk2"/>
                          </a:solidFill>
                          <a:latin typeface="Arial"/>
                          <a:ea typeface="Arial"/>
                          <a:cs typeface="Arial"/>
                          <a:sym typeface="Arial"/>
                        </a:rPr>
                      </a:br>
                      <a:r>
                        <a:rPr b="1" i="0" lang="en-US" sz="1900" u="sng">
                          <a:solidFill>
                            <a:srgbClr val="6DD4EC"/>
                          </a:solidFill>
                          <a:hlinkClick r:id="rId7">
                            <a:extLst>
                              <a:ext uri="{A12FA001-AC4F-418D-AE19-62706E023703}">
                                <ahyp:hlinkClr val="tx"/>
                              </a:ext>
                            </a:extLst>
                          </a:hlinkClick>
                        </a:rPr>
                        <a:t>www.</a:t>
                      </a:r>
                      <a:r>
                        <a:rPr b="1" i="0" lang="en-US" sz="1900" u="none">
                          <a:solidFill>
                            <a:srgbClr val="6DD4EC"/>
                          </a:solidFill>
                          <a:latin typeface="Arial Narrow"/>
                          <a:ea typeface="Arial Narrow"/>
                          <a:cs typeface="Arial Narrow"/>
                          <a:sym typeface="Arial Narrow"/>
                        </a:rPr>
                        <a:t>copylobby.com</a:t>
                      </a:r>
                      <a:endParaRPr/>
                    </a:p>
                  </a:txBody>
                  <a:tcPr marT="31550" marB="315475" marR="222775" marL="222775"/>
                </a:tc>
                <a:tc hMerge="1"/>
              </a:tr>
              <a:tr h="1884350">
                <a:tc>
                  <a:txBody>
                    <a:bodyPr/>
                    <a:lstStyle/>
                    <a:p>
                      <a:pPr indent="0" lvl="0" marL="0" marR="0" rtl="0" algn="l">
                        <a:lnSpc>
                          <a:spcPct val="100000"/>
                        </a:lnSpc>
                        <a:spcBef>
                          <a:spcPts val="0"/>
                        </a:spcBef>
                        <a:spcAft>
                          <a:spcPts val="0"/>
                        </a:spcAft>
                        <a:buClr>
                          <a:schemeClr val="dk2"/>
                        </a:buClr>
                        <a:buSzPts val="2200"/>
                        <a:buFont typeface="Arial Narrow"/>
                        <a:buNone/>
                      </a:pPr>
                      <a:r>
                        <a:rPr b="0" i="0" lang="en-US" sz="2200" u="none">
                          <a:solidFill>
                            <a:schemeClr val="dk2"/>
                          </a:solidFill>
                          <a:latin typeface="Arial Narrow"/>
                          <a:ea typeface="Arial Narrow"/>
                          <a:cs typeface="Arial Narrow"/>
                          <a:sym typeface="Arial Narrow"/>
                        </a:rPr>
                        <a:t>Manor West</a:t>
                      </a:r>
                      <a:endParaRPr/>
                    </a:p>
                    <a:p>
                      <a:pPr indent="0" lvl="0" marL="0" marR="0" rtl="0" algn="l">
                        <a:lnSpc>
                          <a:spcPct val="100000"/>
                        </a:lnSpc>
                        <a:spcBef>
                          <a:spcPts val="440"/>
                        </a:spcBef>
                        <a:spcAft>
                          <a:spcPts val="0"/>
                        </a:spcAft>
                        <a:buClr>
                          <a:schemeClr val="dk2"/>
                        </a:buClr>
                        <a:buSzPts val="2200"/>
                        <a:buFont typeface="Arial Narrow"/>
                        <a:buNone/>
                      </a:pPr>
                      <a:r>
                        <a:rPr b="0" i="0" lang="en-US" sz="2200" u="none">
                          <a:solidFill>
                            <a:schemeClr val="dk2"/>
                          </a:solidFill>
                          <a:latin typeface="Arial Narrow"/>
                          <a:ea typeface="Arial Narrow"/>
                          <a:cs typeface="Arial Narrow"/>
                          <a:sym typeface="Arial Narrow"/>
                        </a:rPr>
                        <a:t>Tralee</a:t>
                      </a:r>
                      <a:endParaRPr/>
                    </a:p>
                    <a:p>
                      <a:pPr indent="0" lvl="0" marL="0" marR="0" rtl="0" algn="l">
                        <a:lnSpc>
                          <a:spcPct val="100000"/>
                        </a:lnSpc>
                        <a:spcBef>
                          <a:spcPts val="440"/>
                        </a:spcBef>
                        <a:spcAft>
                          <a:spcPts val="0"/>
                        </a:spcAft>
                        <a:buClr>
                          <a:schemeClr val="dk2"/>
                        </a:buClr>
                        <a:buSzPts val="2200"/>
                        <a:buFont typeface="Arial Narrow"/>
                        <a:buNone/>
                      </a:pPr>
                      <a:r>
                        <a:rPr b="0" i="0" lang="en-US" sz="2200" u="none">
                          <a:solidFill>
                            <a:schemeClr val="dk2"/>
                          </a:solidFill>
                          <a:latin typeface="Arial Narrow"/>
                          <a:ea typeface="Arial Narrow"/>
                          <a:cs typeface="Arial Narrow"/>
                          <a:sym typeface="Arial Narrow"/>
                        </a:rPr>
                        <a:t>Co. Kerry</a:t>
                      </a:r>
                      <a:endParaRPr/>
                    </a:p>
                  </a:txBody>
                  <a:tcPr marT="31550" marB="315475" marR="222775" marL="222775"/>
                </a:tc>
                <a:tc>
                  <a:txBody>
                    <a:bodyPr/>
                    <a:lstStyle/>
                    <a:p>
                      <a:pPr indent="0" lvl="0" marL="0" marR="0" rtl="0" algn="l">
                        <a:lnSpc>
                          <a:spcPct val="100000"/>
                        </a:lnSpc>
                        <a:spcBef>
                          <a:spcPts val="0"/>
                        </a:spcBef>
                        <a:spcAft>
                          <a:spcPts val="0"/>
                        </a:spcAft>
                        <a:buClr>
                          <a:schemeClr val="dk2"/>
                        </a:buClr>
                        <a:buSzPts val="2200"/>
                        <a:buFont typeface="Arial Narrow"/>
                        <a:buNone/>
                      </a:pPr>
                      <a:r>
                        <a:rPr b="0" i="0" lang="en-US" sz="2200" u="none">
                          <a:solidFill>
                            <a:schemeClr val="dk2"/>
                          </a:solidFill>
                          <a:latin typeface="Arial Narrow"/>
                          <a:ea typeface="Arial Narrow"/>
                          <a:cs typeface="Arial Narrow"/>
                          <a:sym typeface="Arial Narrow"/>
                        </a:rPr>
                        <a:t>Tel: 066 - 7128671</a:t>
                      </a:r>
                      <a:endParaRPr/>
                    </a:p>
                    <a:p>
                      <a:pPr indent="0" lvl="0" marL="0" marR="0" rtl="0" algn="l">
                        <a:lnSpc>
                          <a:spcPct val="100000"/>
                        </a:lnSpc>
                        <a:spcBef>
                          <a:spcPts val="440"/>
                        </a:spcBef>
                        <a:spcAft>
                          <a:spcPts val="0"/>
                        </a:spcAft>
                        <a:buClr>
                          <a:schemeClr val="dk2"/>
                        </a:buClr>
                        <a:buSzPts val="2200"/>
                        <a:buFont typeface="Arial Narrow"/>
                        <a:buNone/>
                      </a:pPr>
                      <a:r>
                        <a:rPr b="0" i="0" lang="en-US" sz="2200" u="none">
                          <a:solidFill>
                            <a:schemeClr val="dk2"/>
                          </a:solidFill>
                          <a:latin typeface="Arial Narrow"/>
                          <a:ea typeface="Arial Narrow"/>
                          <a:cs typeface="Arial Narrow"/>
                          <a:sym typeface="Arial Narrow"/>
                        </a:rPr>
                        <a:t>Fax: 066 - 7180748</a:t>
                      </a:r>
                      <a:endParaRPr/>
                    </a:p>
                    <a:p>
                      <a:pPr indent="0" lvl="0" marL="0" marR="0" rtl="0" algn="l">
                        <a:lnSpc>
                          <a:spcPct val="100000"/>
                        </a:lnSpc>
                        <a:spcBef>
                          <a:spcPts val="440"/>
                        </a:spcBef>
                        <a:spcAft>
                          <a:spcPts val="0"/>
                        </a:spcAft>
                        <a:buClr>
                          <a:schemeClr val="dk2"/>
                        </a:buClr>
                        <a:buSzPts val="2200"/>
                        <a:buFont typeface="Arial Narrow"/>
                        <a:buNone/>
                      </a:pPr>
                      <a:r>
                        <a:rPr b="0" i="0" lang="en-US" sz="2200" u="none">
                          <a:solidFill>
                            <a:schemeClr val="dk2"/>
                          </a:solidFill>
                          <a:latin typeface="Arial Narrow"/>
                          <a:ea typeface="Arial Narrow"/>
                          <a:cs typeface="Arial Narrow"/>
                          <a:sym typeface="Arial Narrow"/>
                        </a:rPr>
                        <a:t>Email: sales@copylobby.com</a:t>
                      </a:r>
                      <a:endParaRPr/>
                    </a:p>
                  </a:txBody>
                  <a:tcPr marT="31550" marB="315475" marR="222775" marL="222775"/>
                </a:tc>
              </a:tr>
            </a:tbl>
          </a:graphicData>
        </a:graphic>
      </p:graphicFrame>
      <p:sp>
        <p:nvSpPr>
          <p:cNvPr id="185" name="Google Shape;185;p37"/>
          <p:cNvSpPr txBox="1"/>
          <p:nvPr/>
        </p:nvSpPr>
        <p:spPr>
          <a:xfrm>
            <a:off x="457200" y="13247687"/>
            <a:ext cx="6584950" cy="6075362"/>
          </a:xfrm>
          <a:prstGeom prst="rect">
            <a:avLst/>
          </a:prstGeom>
          <a:noFill/>
          <a:ln>
            <a:noFill/>
          </a:ln>
        </p:spPr>
        <p:txBody>
          <a:bodyPr anchorCtr="0" anchor="t" bIns="265075" lIns="265075" spcFirstLastPara="1" rIns="265075" wrap="square" tIns="265075">
            <a:spAutoFit/>
          </a:bodyPr>
          <a:lstStyle/>
          <a:p>
            <a:pPr indent="0" lvl="0" marL="0" marR="0" rtl="0" algn="l">
              <a:lnSpc>
                <a:spcPct val="100000"/>
              </a:lnSpc>
              <a:spcBef>
                <a:spcPts val="0"/>
              </a:spcBef>
              <a:spcAft>
                <a:spcPts val="0"/>
              </a:spcAft>
              <a:buClr>
                <a:schemeClr val="dk2"/>
              </a:buClr>
              <a:buSzPts val="1800"/>
              <a:buFont typeface="Arial Narrow"/>
              <a:buNone/>
            </a:pPr>
            <a:r>
              <a:rPr b="0" i="0" lang="en-US" sz="1800" u="none">
                <a:solidFill>
                  <a:schemeClr val="dk2"/>
                </a:solidFill>
                <a:latin typeface="Arial Narrow"/>
                <a:ea typeface="Arial Narrow"/>
                <a:cs typeface="Arial Narrow"/>
                <a:sym typeface="Arial Narrow"/>
              </a:rPr>
              <a:t>To start using this template you first need to delete most of the contents of this page. Keep the poster title and one of the blue section headers.</a:t>
            </a:r>
            <a:br>
              <a:rPr b="0" i="0" lang="en-US" sz="1800" u="none">
                <a:solidFill>
                  <a:schemeClr val="dk2"/>
                </a:solidFill>
                <a:latin typeface="Arial Narrow"/>
                <a:ea typeface="Arial Narrow"/>
                <a:cs typeface="Arial Narrow"/>
                <a:sym typeface="Arial Narrow"/>
              </a:rPr>
            </a:b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The cleared template should now look like in Figure 1. </a:t>
            </a: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After you decide how many sections you need for your poster (Introduction, Methods, Results, References, etc.), use the “copy” and “paste” commands to create as many copies of the blue section headers as needed.</a:t>
            </a:r>
            <a:br>
              <a:rPr b="0" i="0" lang="en-US" sz="1800" u="none">
                <a:solidFill>
                  <a:schemeClr val="dk2"/>
                </a:solidFill>
                <a:latin typeface="Arial Narrow"/>
                <a:ea typeface="Arial Narrow"/>
                <a:cs typeface="Arial Narrow"/>
                <a:sym typeface="Arial Narrow"/>
              </a:rPr>
            </a:b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Move the header copies roughly to where you think they need to be on the poster, so you can get a better idea of the overall poster layout. This will help you organize your content. See Figure 2. </a:t>
            </a:r>
            <a:br>
              <a:rPr b="0" i="0" lang="en-US" sz="1800" u="none">
                <a:solidFill>
                  <a:schemeClr val="dk2"/>
                </a:solidFill>
                <a:latin typeface="Arial Narrow"/>
                <a:ea typeface="Arial Narrow"/>
                <a:cs typeface="Arial Narrow"/>
                <a:sym typeface="Arial Narrow"/>
              </a:rPr>
            </a:b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You can now start adding your text. </a:t>
            </a: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To add text use the </a:t>
            </a:r>
            <a:r>
              <a:rPr b="1" i="0" lang="en-US" sz="1800" u="none">
                <a:solidFill>
                  <a:schemeClr val="dk2"/>
                </a:solidFill>
                <a:latin typeface="Arial Narrow"/>
                <a:ea typeface="Arial Narrow"/>
                <a:cs typeface="Arial Narrow"/>
                <a:sym typeface="Arial Narrow"/>
              </a:rPr>
              <a:t>text</a:t>
            </a:r>
            <a:r>
              <a:rPr b="0" i="0" lang="en-US" sz="1800" u="none">
                <a:solidFill>
                  <a:schemeClr val="dk2"/>
                </a:solidFill>
                <a:latin typeface="Arial Narrow"/>
                <a:ea typeface="Arial Narrow"/>
                <a:cs typeface="Arial Narrow"/>
                <a:sym typeface="Arial Narrow"/>
              </a:rPr>
              <a:t> tool to draw a text box starting from the left edge of a column to the right edge and start typing in your text. You can also paste the text you may have already copied from another source. See Figure 3.</a:t>
            </a: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 </a:t>
            </a:r>
            <a:br>
              <a:rPr b="0" i="0" lang="en-US" sz="1800" u="none">
                <a:solidFill>
                  <a:schemeClr val="dk2"/>
                </a:solidFill>
                <a:latin typeface="Arial Narrow"/>
                <a:ea typeface="Arial Narrow"/>
                <a:cs typeface="Arial Narrow"/>
                <a:sym typeface="Arial Narrow"/>
              </a:rPr>
            </a:br>
            <a:r>
              <a:rPr b="0" i="0" lang="en-US" sz="1800" u="none">
                <a:solidFill>
                  <a:schemeClr val="dk2"/>
                </a:solidFill>
                <a:latin typeface="Arial Narrow"/>
                <a:ea typeface="Arial Narrow"/>
                <a:cs typeface="Arial Narrow"/>
                <a:sym typeface="Arial Narrow"/>
              </a:rPr>
              <a:t>Repeat the process throughout the poster as needed. </a:t>
            </a:r>
            <a:endParaRPr/>
          </a:p>
        </p:txBody>
      </p:sp>
      <p:sp>
        <p:nvSpPr>
          <p:cNvPr id="186" name="Google Shape;186;p37"/>
          <p:cNvSpPr/>
          <p:nvPr/>
        </p:nvSpPr>
        <p:spPr>
          <a:xfrm>
            <a:off x="550862" y="654050"/>
            <a:ext cx="1174750" cy="1285875"/>
          </a:xfrm>
          <a:prstGeom prst="roundRect">
            <a:avLst>
              <a:gd fmla="val 16667" name="adj"/>
            </a:avLst>
          </a:prstGeom>
          <a:solidFill>
            <a:schemeClr val="lt2"/>
          </a:solidFill>
          <a:ln>
            <a:noFill/>
          </a:ln>
        </p:spPr>
        <p:txBody>
          <a:bodyPr anchorCtr="0" anchor="ctr" bIns="26500" lIns="53000" spcFirstLastPara="1" rIns="53000" wrap="square" tIns="26500">
            <a:noAutofit/>
          </a:bodyPr>
          <a:lstStyle/>
          <a:p>
            <a:pPr indent="0" lvl="0" marL="0" marR="0" rtl="0" algn="ctr">
              <a:lnSpc>
                <a:spcPct val="100000"/>
              </a:lnSpc>
              <a:spcBef>
                <a:spcPts val="0"/>
              </a:spcBef>
              <a:spcAft>
                <a:spcPts val="0"/>
              </a:spcAft>
              <a:buClr>
                <a:schemeClr val="dk1"/>
              </a:buClr>
              <a:buSzPts val="1200"/>
              <a:buFont typeface="Arial Narrow"/>
              <a:buNone/>
            </a:pPr>
            <a:r>
              <a:rPr b="0" i="0" lang="en-US" sz="1200" u="none">
                <a:solidFill>
                  <a:schemeClr val="dk1"/>
                </a:solidFill>
                <a:latin typeface="Arial Narrow"/>
                <a:ea typeface="Arial Narrow"/>
                <a:cs typeface="Arial Narrow"/>
                <a:sym typeface="Arial Narrow"/>
              </a:rPr>
              <a:t>INSERT</a:t>
            </a:r>
            <a:br>
              <a:rPr b="0" i="0" lang="en-US" sz="1200" u="none">
                <a:solidFill>
                  <a:schemeClr val="dk1"/>
                </a:solidFill>
                <a:latin typeface="Arial Narrow"/>
                <a:ea typeface="Arial Narrow"/>
                <a:cs typeface="Arial Narrow"/>
                <a:sym typeface="Arial Narrow"/>
              </a:rPr>
            </a:br>
            <a:r>
              <a:rPr b="0" i="0" lang="en-US" sz="1200" u="none">
                <a:solidFill>
                  <a:schemeClr val="dk1"/>
                </a:solidFill>
                <a:latin typeface="Arial Narrow"/>
                <a:ea typeface="Arial Narrow"/>
                <a:cs typeface="Arial Narrow"/>
                <a:sym typeface="Arial Narrow"/>
              </a:rPr>
              <a:t>LOGO HERE</a:t>
            </a:r>
            <a:endParaRPr/>
          </a:p>
        </p:txBody>
      </p:sp>
      <p:sp>
        <p:nvSpPr>
          <p:cNvPr id="187" name="Google Shape;187;p37"/>
          <p:cNvSpPr/>
          <p:nvPr/>
        </p:nvSpPr>
        <p:spPr>
          <a:xfrm>
            <a:off x="18722975" y="65087"/>
            <a:ext cx="2663825" cy="1939925"/>
          </a:xfrm>
          <a:prstGeom prst="roundRect">
            <a:avLst>
              <a:gd fmla="val 16667" name="adj"/>
            </a:avLst>
          </a:prstGeom>
          <a:solidFill>
            <a:schemeClr val="lt2"/>
          </a:solidFill>
          <a:ln>
            <a:noFill/>
          </a:ln>
        </p:spPr>
        <p:txBody>
          <a:bodyPr anchorCtr="0" anchor="ctr" bIns="26500" lIns="53000" spcFirstLastPara="1" rIns="53000" wrap="square" tIns="26500">
            <a:noAutofit/>
          </a:bodyPr>
          <a:lstStyle/>
          <a:p>
            <a:pPr indent="0" lvl="0" marL="0" marR="0" rtl="0" algn="ctr">
              <a:lnSpc>
                <a:spcPct val="100000"/>
              </a:lnSpc>
              <a:spcBef>
                <a:spcPts val="0"/>
              </a:spcBef>
              <a:spcAft>
                <a:spcPts val="0"/>
              </a:spcAft>
              <a:buClr>
                <a:schemeClr val="dk1"/>
              </a:buClr>
              <a:buSzPts val="2400"/>
              <a:buFont typeface="Arial Narrow"/>
              <a:buNone/>
            </a:pPr>
            <a:r>
              <a:t/>
            </a:r>
            <a:endParaRPr b="1" i="0" sz="2400" u="none">
              <a:solidFill>
                <a:srgbClr val="993300"/>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993300"/>
              </a:buClr>
              <a:buSzPts val="2400"/>
              <a:buFont typeface="Arial Narrow"/>
              <a:buNone/>
            </a:pPr>
            <a:r>
              <a:rPr b="1" i="0" lang="en-US" sz="2400" u="none">
                <a:solidFill>
                  <a:srgbClr val="993300"/>
                </a:solidFill>
                <a:latin typeface="Arial Narrow"/>
                <a:ea typeface="Arial Narrow"/>
                <a:cs typeface="Arial Narrow"/>
                <a:sym typeface="Arial Narrow"/>
              </a:rPr>
              <a:t>Conference name, </a:t>
            </a:r>
            <a:endParaRPr/>
          </a:p>
          <a:p>
            <a:pPr indent="0" lvl="0" marL="0" marR="0" rtl="0" algn="ctr">
              <a:lnSpc>
                <a:spcPct val="100000"/>
              </a:lnSpc>
              <a:spcBef>
                <a:spcPts val="0"/>
              </a:spcBef>
              <a:spcAft>
                <a:spcPts val="0"/>
              </a:spcAft>
              <a:buClr>
                <a:srgbClr val="993300"/>
              </a:buClr>
              <a:buSzPts val="2400"/>
              <a:buFont typeface="Arial Narrow"/>
              <a:buNone/>
            </a:pPr>
            <a:r>
              <a:rPr b="1" i="0" lang="en-US" sz="2400" u="none">
                <a:solidFill>
                  <a:srgbClr val="993300"/>
                </a:solidFill>
                <a:latin typeface="Arial Narrow"/>
                <a:ea typeface="Arial Narrow"/>
                <a:cs typeface="Arial Narrow"/>
                <a:sym typeface="Arial Narrow"/>
              </a:rPr>
              <a:t>paper ID </a:t>
            </a:r>
            <a:endParaRPr/>
          </a:p>
          <a:p>
            <a:pPr indent="0" lvl="0" marL="0" marR="0" rtl="0" algn="ctr">
              <a:lnSpc>
                <a:spcPct val="100000"/>
              </a:lnSpc>
              <a:spcBef>
                <a:spcPts val="0"/>
              </a:spcBef>
              <a:spcAft>
                <a:spcPts val="0"/>
              </a:spcAft>
              <a:buClr>
                <a:srgbClr val="993300"/>
              </a:buClr>
              <a:buSzPts val="2400"/>
              <a:buFont typeface="Arial Narrow"/>
              <a:buNone/>
            </a:pPr>
            <a:r>
              <a:rPr b="1" i="0" lang="en-US" sz="2400" u="none">
                <a:solidFill>
                  <a:srgbClr val="993300"/>
                </a:solidFill>
                <a:latin typeface="Arial Narrow"/>
                <a:ea typeface="Arial Narrow"/>
                <a:cs typeface="Arial Narrow"/>
                <a:sym typeface="Arial Narrow"/>
              </a:rPr>
              <a:t>should be here</a:t>
            </a:r>
            <a:endParaRPr/>
          </a:p>
          <a:p>
            <a:pPr indent="0" lvl="0" marL="0" marR="0" rtl="0" algn="ctr">
              <a:lnSpc>
                <a:spcPct val="100000"/>
              </a:lnSpc>
              <a:spcBef>
                <a:spcPts val="0"/>
              </a:spcBef>
              <a:spcAft>
                <a:spcPts val="0"/>
              </a:spcAft>
              <a:buClr>
                <a:srgbClr val="993300"/>
              </a:buClr>
              <a:buSzPts val="2400"/>
              <a:buFont typeface="Arial Narrow"/>
              <a:buNone/>
            </a:pPr>
            <a:r>
              <a:rPr b="1" i="0" lang="en-US" sz="2400" u="none">
                <a:solidFill>
                  <a:srgbClr val="993300"/>
                </a:solidFill>
                <a:latin typeface="Arial Narrow"/>
                <a:ea typeface="Arial Narrow"/>
                <a:cs typeface="Arial Narrow"/>
                <a:sym typeface="Arial Narrow"/>
              </a:rPr>
              <a:t>e.g.  ICMHI 2026</a:t>
            </a:r>
            <a:endParaRPr/>
          </a:p>
          <a:p>
            <a:pPr indent="0" lvl="0" marL="0" marR="0" rtl="0" algn="ctr">
              <a:lnSpc>
                <a:spcPct val="100000"/>
              </a:lnSpc>
              <a:spcBef>
                <a:spcPts val="0"/>
              </a:spcBef>
              <a:spcAft>
                <a:spcPts val="0"/>
              </a:spcAft>
              <a:buClr>
                <a:srgbClr val="993300"/>
              </a:buClr>
              <a:buSzPts val="2400"/>
              <a:buFont typeface="Arial Narrow"/>
              <a:buNone/>
            </a:pPr>
            <a:r>
              <a:rPr b="1" i="0" lang="en-US" sz="2400" u="none">
                <a:solidFill>
                  <a:srgbClr val="993300"/>
                </a:solidFill>
                <a:latin typeface="Arial Narrow"/>
                <a:ea typeface="Arial Narrow"/>
                <a:cs typeface="Arial Narrow"/>
                <a:sym typeface="Arial Narrow"/>
              </a:rPr>
              <a:t>JD0001</a:t>
            </a:r>
            <a:endParaRPr/>
          </a:p>
          <a:p>
            <a:pPr indent="0" lvl="0" marL="0" marR="0" rtl="0" algn="l">
              <a:lnSpc>
                <a:spcPct val="100000"/>
              </a:lnSpc>
              <a:spcBef>
                <a:spcPts val="0"/>
              </a:spcBef>
              <a:spcAft>
                <a:spcPts val="0"/>
              </a:spcAft>
              <a:buNone/>
            </a:pPr>
            <a:r>
              <a:t/>
            </a:r>
            <a:endParaRPr b="1" i="0" sz="2400" u="none">
              <a:solidFill>
                <a:srgbClr val="993300"/>
              </a:solidFill>
              <a:latin typeface="Arial Narrow"/>
              <a:ea typeface="Arial Narrow"/>
              <a:cs typeface="Arial Narrow"/>
              <a:sym typeface="Arial Narrow"/>
            </a:endParaRPr>
          </a:p>
        </p:txBody>
      </p:sp>
      <p:grpSp>
        <p:nvGrpSpPr>
          <p:cNvPr id="188" name="Google Shape;188;p37"/>
          <p:cNvGrpSpPr/>
          <p:nvPr/>
        </p:nvGrpSpPr>
        <p:grpSpPr>
          <a:xfrm>
            <a:off x="7699375" y="18054637"/>
            <a:ext cx="5911850" cy="1692275"/>
            <a:chOff x="10899088" y="25522828"/>
            <a:chExt cx="8370676" cy="2391269"/>
          </a:xfrm>
        </p:grpSpPr>
        <p:sp>
          <p:nvSpPr>
            <p:cNvPr id="189" name="Google Shape;189;p37"/>
            <p:cNvSpPr txBox="1"/>
            <p:nvPr/>
          </p:nvSpPr>
          <p:spPr>
            <a:xfrm>
              <a:off x="10899088" y="27546012"/>
              <a:ext cx="1537650" cy="368085"/>
            </a:xfrm>
            <a:prstGeom prst="rect">
              <a:avLst/>
            </a:prstGeom>
            <a:noFill/>
            <a:ln>
              <a:noFill/>
            </a:ln>
          </p:spPr>
          <p:txBody>
            <a:bodyPr anchorCtr="0" anchor="t" bIns="37500" lIns="74975" spcFirstLastPara="1" rIns="74975" wrap="square" tIns="37500">
              <a:spAutoFit/>
            </a:bodyPr>
            <a:lstStyle/>
            <a:p>
              <a:pPr indent="0" lvl="0" marL="0" marR="0" rtl="0" algn="l">
                <a:lnSpc>
                  <a:spcPct val="100000"/>
                </a:lnSpc>
                <a:spcBef>
                  <a:spcPts val="0"/>
                </a:spcBef>
                <a:spcAft>
                  <a:spcPts val="0"/>
                </a:spcAft>
                <a:buClr>
                  <a:srgbClr val="1BADCF"/>
                </a:buClr>
                <a:buSzPts val="1200"/>
                <a:buFont typeface="Arial Narrow"/>
                <a:buNone/>
              </a:pPr>
              <a:r>
                <a:rPr b="0" i="0" lang="en-US" sz="1200" u="none">
                  <a:solidFill>
                    <a:srgbClr val="1BADCF"/>
                  </a:solidFill>
                  <a:latin typeface="Arial Narrow"/>
                  <a:ea typeface="Arial Narrow"/>
                  <a:cs typeface="Arial Narrow"/>
                  <a:sym typeface="Arial Narrow"/>
                </a:rPr>
                <a:t>(Figure 8)</a:t>
              </a:r>
              <a:endParaRPr/>
            </a:p>
          </p:txBody>
        </p:sp>
        <p:pic>
          <p:nvPicPr>
            <p:cNvPr id="190" name="Google Shape;190;p37"/>
            <p:cNvPicPr preferRelativeResize="0"/>
            <p:nvPr/>
          </p:nvPicPr>
          <p:blipFill rotWithShape="1">
            <a:blip r:embed="rId8">
              <a:alphaModFix/>
            </a:blip>
            <a:srcRect b="0" l="0" r="0" t="0"/>
            <a:stretch/>
          </p:blipFill>
          <p:spPr>
            <a:xfrm>
              <a:off x="10899088" y="25522828"/>
              <a:ext cx="8370676" cy="1886350"/>
            </a:xfrm>
            <a:prstGeom prst="rect">
              <a:avLst/>
            </a:prstGeom>
            <a:noFill/>
            <a:ln>
              <a:noFill/>
            </a:ln>
          </p:spPr>
        </p:pic>
      </p:grpSp>
      <p:pic>
        <p:nvPicPr>
          <p:cNvPr id="191" name="Google Shape;191;p37"/>
          <p:cNvPicPr preferRelativeResize="0"/>
          <p:nvPr/>
        </p:nvPicPr>
        <p:blipFill rotWithShape="1">
          <a:blip r:embed="rId9">
            <a:alphaModFix/>
          </a:blip>
          <a:srcRect b="0" l="0" r="0" t="0"/>
          <a:stretch/>
        </p:blipFill>
        <p:spPr>
          <a:xfrm>
            <a:off x="7699375" y="22399625"/>
            <a:ext cx="1744662" cy="1747837"/>
          </a:xfrm>
          <a:prstGeom prst="rect">
            <a:avLst/>
          </a:prstGeom>
          <a:noFill/>
          <a:ln>
            <a:noFill/>
          </a:ln>
        </p:spPr>
      </p:pic>
      <p:pic>
        <p:nvPicPr>
          <p:cNvPr id="192" name="Google Shape;192;p37"/>
          <p:cNvPicPr preferRelativeResize="0"/>
          <p:nvPr/>
        </p:nvPicPr>
        <p:blipFill rotWithShape="1">
          <a:blip r:embed="rId10">
            <a:alphaModFix/>
          </a:blip>
          <a:srcRect b="0" l="0" r="0" t="0"/>
          <a:stretch/>
        </p:blipFill>
        <p:spPr>
          <a:xfrm>
            <a:off x="9734550" y="22399625"/>
            <a:ext cx="1746250" cy="1747837"/>
          </a:xfrm>
          <a:prstGeom prst="rect">
            <a:avLst/>
          </a:prstGeom>
          <a:noFill/>
          <a:ln>
            <a:noFill/>
          </a:ln>
        </p:spPr>
      </p:pic>
      <p:pic>
        <p:nvPicPr>
          <p:cNvPr id="193" name="Google Shape;193;p37"/>
          <p:cNvPicPr preferRelativeResize="0"/>
          <p:nvPr/>
        </p:nvPicPr>
        <p:blipFill rotWithShape="1">
          <a:blip r:embed="rId11">
            <a:alphaModFix/>
          </a:blip>
          <a:srcRect b="0" l="0" r="0" t="0"/>
          <a:stretch/>
        </p:blipFill>
        <p:spPr>
          <a:xfrm>
            <a:off x="11866562" y="22409150"/>
            <a:ext cx="1744662" cy="1747837"/>
          </a:xfrm>
          <a:prstGeom prst="rect">
            <a:avLst/>
          </a:prstGeom>
          <a:noFill/>
          <a:ln>
            <a:noFill/>
          </a:ln>
        </p:spPr>
      </p:pic>
      <p:pic>
        <p:nvPicPr>
          <p:cNvPr id="194" name="Google Shape;194;p37"/>
          <p:cNvPicPr preferRelativeResize="0"/>
          <p:nvPr/>
        </p:nvPicPr>
        <p:blipFill rotWithShape="1">
          <a:blip r:embed="rId12">
            <a:alphaModFix/>
          </a:blip>
          <a:srcRect b="0" l="0" r="0" t="0"/>
          <a:stretch/>
        </p:blipFill>
        <p:spPr>
          <a:xfrm>
            <a:off x="15713075" y="10029825"/>
            <a:ext cx="3694112" cy="2397125"/>
          </a:xfrm>
          <a:prstGeom prst="rect">
            <a:avLst/>
          </a:prstGeom>
          <a:noFill/>
          <a:ln>
            <a:noFill/>
          </a:ln>
        </p:spPr>
      </p:pic>
      <p:pic>
        <p:nvPicPr>
          <p:cNvPr id="195" name="Google Shape;195;p37"/>
          <p:cNvPicPr preferRelativeResize="0"/>
          <p:nvPr/>
        </p:nvPicPr>
        <p:blipFill rotWithShape="1">
          <a:blip r:embed="rId13">
            <a:alphaModFix/>
          </a:blip>
          <a:srcRect b="0" l="0" r="0" t="0"/>
          <a:stretch/>
        </p:blipFill>
        <p:spPr>
          <a:xfrm>
            <a:off x="7699375" y="7151687"/>
            <a:ext cx="5911850" cy="1374775"/>
          </a:xfrm>
          <a:prstGeom prst="rect">
            <a:avLst/>
          </a:prstGeom>
          <a:noFill/>
          <a:ln>
            <a:noFill/>
          </a:ln>
        </p:spPr>
      </p:pic>
      <p:sp>
        <p:nvSpPr>
          <p:cNvPr id="196" name="Google Shape;196;p37"/>
          <p:cNvSpPr txBox="1"/>
          <p:nvPr/>
        </p:nvSpPr>
        <p:spPr>
          <a:xfrm>
            <a:off x="7626350" y="13252450"/>
            <a:ext cx="796925" cy="1412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BADCF"/>
              </a:buClr>
              <a:buSzPts val="900"/>
              <a:buFont typeface="Arial Narrow"/>
              <a:buNone/>
            </a:pPr>
            <a:r>
              <a:rPr b="0" i="0" lang="en-US" sz="900" u="none">
                <a:solidFill>
                  <a:srgbClr val="1BADCF"/>
                </a:solidFill>
                <a:latin typeface="Arial Narrow"/>
                <a:ea typeface="Arial Narrow"/>
                <a:cs typeface="Arial Narrow"/>
                <a:sym typeface="Arial Narrow"/>
              </a:rPr>
              <a:t>Figure 6</a:t>
            </a:r>
            <a:endParaRPr/>
          </a:p>
        </p:txBody>
      </p:sp>
      <p:pic>
        <p:nvPicPr>
          <p:cNvPr id="197" name="Google Shape;197;p37"/>
          <p:cNvPicPr preferRelativeResize="0"/>
          <p:nvPr/>
        </p:nvPicPr>
        <p:blipFill rotWithShape="1">
          <a:blip r:embed="rId13">
            <a:alphaModFix/>
          </a:blip>
          <a:srcRect b="0" l="0" r="0" t="0"/>
          <a:stretch/>
        </p:blipFill>
        <p:spPr>
          <a:xfrm>
            <a:off x="7626350" y="11826875"/>
            <a:ext cx="5913437" cy="1374775"/>
          </a:xfrm>
          <a:prstGeom prst="rect">
            <a:avLst/>
          </a:prstGeom>
          <a:noFill/>
          <a:ln>
            <a:noFill/>
          </a:ln>
        </p:spPr>
      </p:pic>
      <p:pic>
        <p:nvPicPr>
          <p:cNvPr id="198" name="Google Shape;198;p37"/>
          <p:cNvPicPr preferRelativeResize="0"/>
          <p:nvPr/>
        </p:nvPicPr>
        <p:blipFill rotWithShape="1">
          <a:blip r:embed="rId14">
            <a:alphaModFix/>
          </a:blip>
          <a:srcRect b="0" l="0" r="0" t="0"/>
          <a:stretch/>
        </p:blipFill>
        <p:spPr>
          <a:xfrm>
            <a:off x="7626350" y="13601700"/>
            <a:ext cx="5913437" cy="1354137"/>
          </a:xfrm>
          <a:prstGeom prst="rect">
            <a:avLst/>
          </a:prstGeom>
          <a:noFill/>
          <a:ln>
            <a:noFill/>
          </a:ln>
        </p:spPr>
      </p:pic>
      <p:sp>
        <p:nvSpPr>
          <p:cNvPr id="199" name="Google Shape;199;p37"/>
          <p:cNvSpPr txBox="1"/>
          <p:nvPr/>
        </p:nvSpPr>
        <p:spPr>
          <a:xfrm>
            <a:off x="7626350" y="15090775"/>
            <a:ext cx="796925" cy="139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BADCF"/>
              </a:buClr>
              <a:buSzPts val="900"/>
              <a:buFont typeface="Arial Narrow"/>
              <a:buNone/>
            </a:pPr>
            <a:r>
              <a:rPr b="0" i="0" lang="en-US" sz="900" u="none">
                <a:solidFill>
                  <a:srgbClr val="1BADCF"/>
                </a:solidFill>
                <a:latin typeface="Arial Narrow"/>
                <a:ea typeface="Arial Narrow"/>
                <a:cs typeface="Arial Narrow"/>
                <a:sym typeface="Arial Narrow"/>
              </a:rPr>
              <a:t>Figure 7</a:t>
            </a:r>
            <a:endParaRPr/>
          </a:p>
        </p:txBody>
      </p:sp>
      <p:pic>
        <p:nvPicPr>
          <p:cNvPr id="200" name="Google Shape;200;p37"/>
          <p:cNvPicPr preferRelativeResize="0"/>
          <p:nvPr/>
        </p:nvPicPr>
        <p:blipFill rotWithShape="1">
          <a:blip r:embed="rId15">
            <a:alphaModFix/>
          </a:blip>
          <a:srcRect b="0" l="0" r="0" t="0"/>
          <a:stretch/>
        </p:blipFill>
        <p:spPr>
          <a:xfrm>
            <a:off x="927100" y="19569113"/>
            <a:ext cx="1555750" cy="2203450"/>
          </a:xfrm>
          <a:prstGeom prst="rect">
            <a:avLst/>
          </a:prstGeom>
          <a:noFill/>
          <a:ln cap="flat" cmpd="sng" w="9525">
            <a:solidFill>
              <a:schemeClr val="accent4"/>
            </a:solidFill>
            <a:prstDash val="solid"/>
            <a:miter lim="800000"/>
            <a:headEnd len="sm" w="sm" type="none"/>
            <a:tailEnd len="sm" w="sm" type="none"/>
          </a:ln>
        </p:spPr>
      </p:pic>
      <p:pic>
        <p:nvPicPr>
          <p:cNvPr id="201" name="Google Shape;201;p37"/>
          <p:cNvPicPr preferRelativeResize="0"/>
          <p:nvPr/>
        </p:nvPicPr>
        <p:blipFill rotWithShape="1">
          <a:blip r:embed="rId16">
            <a:alphaModFix/>
          </a:blip>
          <a:srcRect b="0" l="0" r="0" t="0"/>
          <a:stretch/>
        </p:blipFill>
        <p:spPr>
          <a:xfrm>
            <a:off x="2921000" y="19569113"/>
            <a:ext cx="1555750" cy="2203450"/>
          </a:xfrm>
          <a:prstGeom prst="rect">
            <a:avLst/>
          </a:prstGeom>
          <a:noFill/>
          <a:ln cap="flat" cmpd="sng" w="9525">
            <a:solidFill>
              <a:schemeClr val="accent4"/>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ResearchPosters Default">
      <a:dk1>
        <a:srgbClr val="1BADCF"/>
      </a:dk1>
      <a:lt1>
        <a:srgbClr val="FFFFFF"/>
      </a:lt1>
      <a:dk2>
        <a:srgbClr val="000000"/>
      </a:dk2>
      <a:lt2>
        <a:srgbClr val="F4F1E9"/>
      </a:lt2>
      <a:accent1>
        <a:srgbClr val="D7D7D7"/>
      </a:accent1>
      <a:accent2>
        <a:srgbClr val="0D5667"/>
      </a:accent2>
      <a:accent3>
        <a:srgbClr val="14819B"/>
      </a:accent3>
      <a:accent4>
        <a:srgbClr val="000000"/>
      </a:accent4>
      <a:accent5>
        <a:srgbClr val="CEF0F8"/>
      </a:accent5>
      <a:accent6>
        <a:srgbClr val="BF9000"/>
      </a:accent6>
      <a:hlink>
        <a:srgbClr val="6CD3EB"/>
      </a:hlink>
      <a:folHlink>
        <a:srgbClr val="FFC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